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2" r:id="rId6"/>
    <p:sldMasterId id="2147483669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</p:sldIdLst>
  <p:sldSz cy="5143500" cx="9144000"/>
  <p:notesSz cx="6858000" cy="9144000"/>
  <p:embeddedFontLst>
    <p:embeddedFont>
      <p:font typeface="Tahoma"/>
      <p:regular r:id="rId33"/>
      <p:bold r:id="rId34"/>
    </p:embeddedFont>
    <p:embeddedFont>
      <p:font typeface="Quattrocento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9" roundtripDataSignature="AMtx7mg8Nq9PKT6psBM5EjgTmQKONk2T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F6B2859-F062-45A3-AD40-F321237AEE1C}">
  <a:tblStyle styleId="{5F6B2859-F062-45A3-AD40-F321237AEE1C}" styleName="Table_0">
    <a:wholeTbl>
      <a:tcTxStyle b="off" i="off">
        <a:font>
          <a:latin typeface="Verdana"/>
          <a:ea typeface="Verdana"/>
          <a:cs typeface="Verdana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8EA"/>
          </a:solidFill>
        </a:fill>
      </a:tcStyle>
    </a:wholeTbl>
    <a:band1H>
      <a:tcTxStyle b="off" i="off"/>
      <a:tcStyle>
        <a:fill>
          <a:solidFill>
            <a:srgbClr val="CACDD2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CDD2"/>
          </a:solidFill>
        </a:fill>
      </a:tcStyle>
    </a:band1V>
    <a:band2V>
      <a:tcTxStyle b="off" i="off"/>
    </a:band2V>
    <a:lastCol>
      <a:tcTxStyle b="on" i="off">
        <a:font>
          <a:latin typeface="Verdana"/>
          <a:ea typeface="Verdana"/>
          <a:cs typeface="Verdana"/>
        </a:font>
        <a:schemeClr val="lt1"/>
      </a:tcTxStyle>
      <a:tcStyle>
        <a:fill>
          <a:solidFill>
            <a:schemeClr val="accent2"/>
          </a:solidFill>
        </a:fill>
      </a:tcStyle>
    </a:lastCol>
    <a:firstCol>
      <a:tcTxStyle b="on" i="off">
        <a:font>
          <a:latin typeface="Verdana"/>
          <a:ea typeface="Verdana"/>
          <a:cs typeface="Verdana"/>
        </a:font>
        <a:schemeClr val="lt1"/>
      </a:tcTxStyle>
      <a:tcStyle>
        <a:fill>
          <a:solidFill>
            <a:schemeClr val="accent2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2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Verdana"/>
          <a:ea typeface="Verdana"/>
          <a:cs typeface="Verdana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2"/>
          </a:solidFill>
        </a:fill>
      </a:tcStyle>
    </a:firstRow>
    <a:neCell>
      <a:tcTxStyle b="off" i="off"/>
    </a:neCell>
    <a:nwCell>
      <a:tcTxStyle b="off" i="off"/>
    </a:nwCell>
  </a:tblStyle>
  <a:tblStyle styleId="{9FBA8F56-2D78-411B-95CE-9E04CA0D3CAA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F4BE565-40B8-43D9-BD93-BC97AF3B1A32}" styleName="Table_2">
    <a:wholeTbl>
      <a:tcTxStyle b="off" i="off">
        <a:font>
          <a:latin typeface="Verdana"/>
          <a:ea typeface="Verdana"/>
          <a:cs typeface="Verdana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EF3"/>
          </a:solidFill>
        </a:fill>
      </a:tcStyle>
    </a:wholeTbl>
    <a:band1H>
      <a:tcTxStyle b="off" i="off"/>
      <a:tcStyle>
        <a:fill>
          <a:solidFill>
            <a:srgbClr val="D0DC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CE7"/>
          </a:solidFill>
        </a:fill>
      </a:tcStyle>
    </a:band1V>
    <a:band2V>
      <a:tcTxStyle b="off" i="off"/>
    </a:band2V>
    <a:lastCol>
      <a:tcTxStyle b="on" i="off">
        <a:font>
          <a:latin typeface="Verdana"/>
          <a:ea typeface="Verdana"/>
          <a:cs typeface="Verdana"/>
        </a:font>
        <a:schemeClr val="lt1"/>
      </a:tcTxStyle>
      <a:tcStyle>
        <a:fill>
          <a:solidFill>
            <a:schemeClr val="accent3"/>
          </a:solidFill>
        </a:fill>
      </a:tcStyle>
    </a:lastCol>
    <a:firstCol>
      <a:tcTxStyle b="on" i="off">
        <a:font>
          <a:latin typeface="Verdana"/>
          <a:ea typeface="Verdana"/>
          <a:cs typeface="Verdana"/>
        </a:font>
        <a:schemeClr val="lt1"/>
      </a:tcTxStyle>
      <a:tcStyle>
        <a:fill>
          <a:solidFill>
            <a:schemeClr val="accent3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3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Verdana"/>
          <a:ea typeface="Verdana"/>
          <a:cs typeface="Verdana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3"/>
          </a:solidFill>
        </a:fill>
      </a:tcStyle>
    </a:firstRow>
    <a:neCell>
      <a:tcTxStyle b="off" i="off"/>
    </a:neCell>
    <a:nwCell>
      <a:tcTxStyle b="off" i="off"/>
    </a:nwCell>
  </a:tblStyle>
  <a:tblStyle styleId="{AA3C1261-8B94-40FB-B84D-ADB0F370ACA4}" styleName="Table_3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B0A2E7B4-D8AA-44D1-8866-B14AE2FA8933}" styleName="Table_4">
    <a:wholeTbl>
      <a:tcTxStyle b="off" i="off">
        <a:font>
          <a:latin typeface="Verdana"/>
          <a:ea typeface="Verdana"/>
          <a:cs typeface="Verdana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 b="off" i="off"/>
      <a:tcStyle>
        <a:fill>
          <a:solidFill>
            <a:srgbClr val="CACAC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CACA"/>
          </a:solidFill>
        </a:fill>
      </a:tcStyle>
    </a:band1V>
    <a:band2V>
      <a:tcTxStyle b="off" i="off"/>
    </a:band2V>
    <a:lastCol>
      <a:tcTxStyle b="on" i="off">
        <a:font>
          <a:latin typeface="Verdana"/>
          <a:ea typeface="Verdana"/>
          <a:cs typeface="Verdana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Verdana"/>
          <a:ea typeface="Verdana"/>
          <a:cs typeface="Verdana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Verdana"/>
          <a:ea typeface="Verdana"/>
          <a:cs typeface="Verdana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font" Target="fonts/Tahoma-regular.fntdata"/><Relationship Id="rId10" Type="http://schemas.openxmlformats.org/officeDocument/2006/relationships/slide" Target="slides/slide2.xml"/><Relationship Id="rId32" Type="http://schemas.openxmlformats.org/officeDocument/2006/relationships/slide" Target="slides/slide24.xml"/><Relationship Id="rId13" Type="http://schemas.openxmlformats.org/officeDocument/2006/relationships/slide" Target="slides/slide5.xml"/><Relationship Id="rId35" Type="http://schemas.openxmlformats.org/officeDocument/2006/relationships/font" Target="fonts/QuattrocentoSans-regular.fntdata"/><Relationship Id="rId12" Type="http://schemas.openxmlformats.org/officeDocument/2006/relationships/slide" Target="slides/slide4.xml"/><Relationship Id="rId34" Type="http://schemas.openxmlformats.org/officeDocument/2006/relationships/font" Target="fonts/Tahoma-bold.fntdata"/><Relationship Id="rId15" Type="http://schemas.openxmlformats.org/officeDocument/2006/relationships/slide" Target="slides/slide7.xml"/><Relationship Id="rId37" Type="http://schemas.openxmlformats.org/officeDocument/2006/relationships/font" Target="fonts/QuattrocentoSans-italic.fntdata"/><Relationship Id="rId14" Type="http://schemas.openxmlformats.org/officeDocument/2006/relationships/slide" Target="slides/slide6.xml"/><Relationship Id="rId36" Type="http://schemas.openxmlformats.org/officeDocument/2006/relationships/font" Target="fonts/QuattrocentoSans-bold.fntdata"/><Relationship Id="rId17" Type="http://schemas.openxmlformats.org/officeDocument/2006/relationships/slide" Target="slides/slide9.xml"/><Relationship Id="rId39" Type="http://customschemas.google.com/relationships/presentationmetadata" Target="metadata"/><Relationship Id="rId16" Type="http://schemas.openxmlformats.org/officeDocument/2006/relationships/slide" Target="slides/slide8.xml"/><Relationship Id="rId38" Type="http://schemas.openxmlformats.org/officeDocument/2006/relationships/font" Target="fonts/QuattrocentoSans-boldItalic.fntdata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:notes"/>
          <p:cNvSpPr/>
          <p:nvPr>
            <p:ph idx="2" type="sldImg"/>
          </p:nvPr>
        </p:nvSpPr>
        <p:spPr>
          <a:xfrm>
            <a:off x="93663" y="744538"/>
            <a:ext cx="6608762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:notes"/>
          <p:cNvSpPr/>
          <p:nvPr>
            <p:ph idx="2" type="sldImg"/>
          </p:nvPr>
        </p:nvSpPr>
        <p:spPr>
          <a:xfrm>
            <a:off x="93663" y="744538"/>
            <a:ext cx="6608762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ahoma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9" name="Google Shape;26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6" name="Google Shape;27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3" name="Google Shape;28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8" name="Google Shape;29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0:notes"/>
          <p:cNvSpPr/>
          <p:nvPr>
            <p:ph idx="2" type="sldImg"/>
          </p:nvPr>
        </p:nvSpPr>
        <p:spPr>
          <a:xfrm>
            <a:off x="93663" y="744538"/>
            <a:ext cx="6608762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9" name="Google Shape;30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5" name="Google Shape;31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2:notes"/>
          <p:cNvSpPr/>
          <p:nvPr>
            <p:ph idx="2" type="sldImg"/>
          </p:nvPr>
        </p:nvSpPr>
        <p:spPr>
          <a:xfrm>
            <a:off x="93663" y="744538"/>
            <a:ext cx="6608762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4" name="Google Shape;32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0" name="Google Shape;33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4:notes"/>
          <p:cNvSpPr/>
          <p:nvPr>
            <p:ph idx="2" type="sldImg"/>
          </p:nvPr>
        </p:nvSpPr>
        <p:spPr>
          <a:xfrm>
            <a:off x="93663" y="744538"/>
            <a:ext cx="6608762" cy="37179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5" name="Google Shape;34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">
  <p:cSld name="Cover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/>
          <p:nvPr>
            <p:ph idx="1" type="body"/>
          </p:nvPr>
        </p:nvSpPr>
        <p:spPr>
          <a:xfrm>
            <a:off x="395288" y="2841293"/>
            <a:ext cx="8353425" cy="7276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" name="Google Shape;17;p27"/>
          <p:cNvSpPr txBox="1"/>
          <p:nvPr>
            <p:ph idx="2" type="body"/>
          </p:nvPr>
        </p:nvSpPr>
        <p:spPr>
          <a:xfrm>
            <a:off x="395288" y="3627690"/>
            <a:ext cx="8353425" cy="95287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2" showMasterSp="0">
  <p:cSld name="Headline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0"/>
          <p:cNvSpPr/>
          <p:nvPr/>
        </p:nvSpPr>
        <p:spPr>
          <a:xfrm>
            <a:off x="6701287" y="-5603"/>
            <a:ext cx="1916207" cy="5157000"/>
          </a:xfrm>
          <a:prstGeom prst="parallelogram">
            <a:avLst>
              <a:gd fmla="val 95208" name="adj"/>
            </a:avLst>
          </a:prstGeom>
          <a:gradFill>
            <a:gsLst>
              <a:gs pos="0">
                <a:srgbClr val="920032"/>
              </a:gs>
              <a:gs pos="100000">
                <a:srgbClr val="E0004D"/>
              </a:gs>
            </a:gsLst>
            <a:lin ang="0" scaled="0"/>
          </a:gra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0"/>
          <p:cNvSpPr txBox="1"/>
          <p:nvPr>
            <p:ph type="ctrTitle"/>
          </p:nvPr>
        </p:nvSpPr>
        <p:spPr>
          <a:xfrm>
            <a:off x="876962" y="1925531"/>
            <a:ext cx="5391737" cy="6686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21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30"/>
          <p:cNvSpPr txBox="1"/>
          <p:nvPr>
            <p:ph idx="1" type="subTitle"/>
          </p:nvPr>
        </p:nvSpPr>
        <p:spPr>
          <a:xfrm>
            <a:off x="876964" y="2735625"/>
            <a:ext cx="540094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8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8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38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5" name="Google Shape;25;p3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3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3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39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1" name="Google Shape;31;p3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3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3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0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4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4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4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41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" name="Google Shape;43;p4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" name="Google Shape;44;p4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Google Shape;45;p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4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2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42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42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1" name="Google Shape;51;p42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42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4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4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4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4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4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4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4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5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45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8" name="Google Shape;68;p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4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4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4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6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46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4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76" name="Google Shape;76;p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4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4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47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4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4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8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48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4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4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>
  <p:cSld name="Blank Slid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9"/>
          <p:cNvSpPr txBox="1"/>
          <p:nvPr>
            <p:ph idx="1" type="body"/>
          </p:nvPr>
        </p:nvSpPr>
        <p:spPr>
          <a:xfrm>
            <a:off x="287338" y="141686"/>
            <a:ext cx="8569325" cy="382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1" i="0" sz="2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98" name="Google Shape;98;p29"/>
          <p:cNvSpPr txBox="1"/>
          <p:nvPr>
            <p:ph idx="2" type="body"/>
          </p:nvPr>
        </p:nvSpPr>
        <p:spPr>
          <a:xfrm>
            <a:off x="303467" y="762001"/>
            <a:ext cx="8553196" cy="3039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99" name="Google Shape;99;p29"/>
          <p:cNvSpPr txBox="1"/>
          <p:nvPr>
            <p:ph idx="3" type="body"/>
          </p:nvPr>
        </p:nvSpPr>
        <p:spPr>
          <a:xfrm>
            <a:off x="303467" y="1065943"/>
            <a:ext cx="8553196" cy="311376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1"/>
          <p:cNvSpPr txBox="1"/>
          <p:nvPr>
            <p:ph type="title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dana"/>
              <a:buNone/>
              <a:defRPr b="0" i="0" sz="2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" type="blank">
  <p:cSld name="BLANK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3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Verdana"/>
              <a:buNone/>
              <a:defRPr b="0" i="0" sz="3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33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06" name="Google Shape;106;p33"/>
          <p:cNvSpPr txBox="1"/>
          <p:nvPr>
            <p:ph idx="10" type="dt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07" name="Google Shape;107;p33"/>
          <p:cNvSpPr txBox="1"/>
          <p:nvPr>
            <p:ph idx="11" type="ftr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08" name="Google Shape;108;p33"/>
          <p:cNvSpPr txBox="1"/>
          <p:nvPr>
            <p:ph idx="12" type="sldNum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2" showMasterSp="0">
  <p:cSld name="Headline2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4"/>
          <p:cNvSpPr/>
          <p:nvPr/>
        </p:nvSpPr>
        <p:spPr>
          <a:xfrm>
            <a:off x="6701287" y="-5603"/>
            <a:ext cx="1916207" cy="5157000"/>
          </a:xfrm>
          <a:prstGeom prst="parallelogram">
            <a:avLst>
              <a:gd fmla="val 95208" name="adj"/>
            </a:avLst>
          </a:prstGeom>
          <a:gradFill>
            <a:gsLst>
              <a:gs pos="0">
                <a:srgbClr val="920032"/>
              </a:gs>
              <a:gs pos="100000">
                <a:srgbClr val="E0004D"/>
              </a:gs>
            </a:gsLst>
            <a:lin ang="0" scaled="0"/>
          </a:gra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4"/>
          <p:cNvSpPr txBox="1"/>
          <p:nvPr>
            <p:ph type="ctrTitle"/>
          </p:nvPr>
        </p:nvSpPr>
        <p:spPr>
          <a:xfrm>
            <a:off x="876962" y="1925531"/>
            <a:ext cx="5391737" cy="6686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dana"/>
              <a:buNone/>
              <a:defRPr b="0" i="0" sz="2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34"/>
          <p:cNvSpPr txBox="1"/>
          <p:nvPr>
            <p:ph idx="1" type="subTitle"/>
          </p:nvPr>
        </p:nvSpPr>
        <p:spPr>
          <a:xfrm>
            <a:off x="876964" y="2735625"/>
            <a:ext cx="540094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8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&amp; Contents">
  <p:cSld name="1_Title &amp; Contents"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5"/>
          <p:cNvSpPr/>
          <p:nvPr/>
        </p:nvSpPr>
        <p:spPr>
          <a:xfrm>
            <a:off x="0" y="4916094"/>
            <a:ext cx="9144000" cy="22880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5"/>
          <p:cNvSpPr txBox="1"/>
          <p:nvPr>
            <p:ph type="title"/>
          </p:nvPr>
        </p:nvSpPr>
        <p:spPr>
          <a:xfrm>
            <a:off x="446277" y="78590"/>
            <a:ext cx="7559356" cy="415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Quattrocento Sans"/>
              <a:buNone/>
              <a:defRPr b="0" i="0" sz="3300" u="none" cap="none" strike="noStrike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p35"/>
          <p:cNvSpPr/>
          <p:nvPr/>
        </p:nvSpPr>
        <p:spPr>
          <a:xfrm>
            <a:off x="285253" y="62900"/>
            <a:ext cx="54000" cy="43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5"/>
          <p:cNvSpPr txBox="1"/>
          <p:nvPr>
            <p:ph idx="1" type="body"/>
          </p:nvPr>
        </p:nvSpPr>
        <p:spPr>
          <a:xfrm>
            <a:off x="446276" y="628242"/>
            <a:ext cx="7965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2385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19" name="Google Shape;119;p35"/>
          <p:cNvSpPr txBox="1"/>
          <p:nvPr/>
        </p:nvSpPr>
        <p:spPr>
          <a:xfrm>
            <a:off x="7644305" y="4994185"/>
            <a:ext cx="1499695" cy="93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©︎2021 ABeam Consulting Ltd.</a:t>
            </a:r>
            <a:endParaRPr b="0" i="0" sz="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0" name="Google Shape;120;p35"/>
          <p:cNvSpPr txBox="1"/>
          <p:nvPr/>
        </p:nvSpPr>
        <p:spPr>
          <a:xfrm>
            <a:off x="6911210" y="4994185"/>
            <a:ext cx="661551" cy="93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confidential</a:t>
            </a:r>
            <a:endParaRPr b="0" i="0" sz="800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1" name="Google Shape;121;p35"/>
          <p:cNvSpPr txBox="1"/>
          <p:nvPr/>
        </p:nvSpPr>
        <p:spPr>
          <a:xfrm>
            <a:off x="457200" y="177166"/>
            <a:ext cx="8229600" cy="3339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5"/>
          <p:cNvSpPr txBox="1"/>
          <p:nvPr/>
        </p:nvSpPr>
        <p:spPr>
          <a:xfrm>
            <a:off x="216000" y="4972787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800" u="none" cap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&amp; Contents">
  <p:cSld name="1_Title &amp; Contents"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37"/>
          <p:cNvSpPr/>
          <p:nvPr/>
        </p:nvSpPr>
        <p:spPr>
          <a:xfrm>
            <a:off x="0" y="4916094"/>
            <a:ext cx="9144000" cy="22880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7"/>
          <p:cNvSpPr txBox="1"/>
          <p:nvPr>
            <p:ph type="title"/>
          </p:nvPr>
        </p:nvSpPr>
        <p:spPr>
          <a:xfrm>
            <a:off x="446277" y="78590"/>
            <a:ext cx="7559356" cy="415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500" u="none" cap="none" strike="noStrike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8" name="Google Shape;128;p37"/>
          <p:cNvSpPr/>
          <p:nvPr/>
        </p:nvSpPr>
        <p:spPr>
          <a:xfrm>
            <a:off x="285253" y="62900"/>
            <a:ext cx="54000" cy="43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7"/>
          <p:cNvSpPr txBox="1"/>
          <p:nvPr>
            <p:ph idx="1" type="body"/>
          </p:nvPr>
        </p:nvSpPr>
        <p:spPr>
          <a:xfrm>
            <a:off x="446276" y="628242"/>
            <a:ext cx="7965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Quattrocento Sans"/>
              <a:buChar char="•"/>
              <a:defRPr b="0" i="0" sz="11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98450" lvl="4" marL="22860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Quattrocento Sans"/>
              <a:buChar char="•"/>
              <a:defRPr b="0" i="0" sz="11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298450" lvl="5" marL="27432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Quattrocento Sans"/>
              <a:buChar char="•"/>
              <a:defRPr b="0" i="0" sz="11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298450" lvl="6" marL="32004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Quattrocento Sans"/>
              <a:buChar char="•"/>
              <a:defRPr b="0" i="0" sz="11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298450" lvl="7" marL="36576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Quattrocento Sans"/>
              <a:buChar char="•"/>
              <a:defRPr b="0" i="0" sz="11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298450" lvl="8" marL="411480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Quattrocento Sans"/>
              <a:buChar char="•"/>
              <a:defRPr b="0" i="0" sz="11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30" name="Google Shape;130;p37"/>
          <p:cNvSpPr txBox="1"/>
          <p:nvPr/>
        </p:nvSpPr>
        <p:spPr>
          <a:xfrm>
            <a:off x="7644305" y="4994185"/>
            <a:ext cx="1499695" cy="93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©︎2021 ABeam Consulting Ltd.</a:t>
            </a:r>
            <a:endParaRPr b="0" i="0" sz="8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1" name="Google Shape;131;p37"/>
          <p:cNvSpPr txBox="1"/>
          <p:nvPr/>
        </p:nvSpPr>
        <p:spPr>
          <a:xfrm>
            <a:off x="6911210" y="4994185"/>
            <a:ext cx="661551" cy="93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confidential</a:t>
            </a:r>
            <a:endParaRPr b="0" i="0" sz="800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2" name="Google Shape;132;p37"/>
          <p:cNvSpPr txBox="1"/>
          <p:nvPr/>
        </p:nvSpPr>
        <p:spPr>
          <a:xfrm>
            <a:off x="457200" y="177166"/>
            <a:ext cx="8229600" cy="3339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7"/>
          <p:cNvSpPr txBox="1"/>
          <p:nvPr/>
        </p:nvSpPr>
        <p:spPr>
          <a:xfrm>
            <a:off x="216000" y="4972787"/>
            <a:ext cx="457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b="0" i="0" sz="800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Title" showMasterSp="0">
  <p:cSld name="Cover Title">
    <p:bg>
      <p:bgPr>
        <a:solidFill>
          <a:srgbClr val="F0EBE3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9"/>
          <p:cNvSpPr txBox="1"/>
          <p:nvPr>
            <p:ph type="ctrTitle"/>
          </p:nvPr>
        </p:nvSpPr>
        <p:spPr>
          <a:xfrm>
            <a:off x="1008220" y="1237130"/>
            <a:ext cx="3563779" cy="1539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49"/>
          <p:cNvSpPr txBox="1"/>
          <p:nvPr>
            <p:ph idx="1" type="subTitle"/>
          </p:nvPr>
        </p:nvSpPr>
        <p:spPr>
          <a:xfrm>
            <a:off x="1008221" y="1562309"/>
            <a:ext cx="3563779" cy="1539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8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Quattrocento Sans"/>
              <a:buChar char="•"/>
              <a:defRPr b="0" i="0" sz="11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Quattrocento Sans"/>
              <a:buChar char="•"/>
              <a:defRPr b="0" i="0" sz="11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Quattrocento Sans"/>
              <a:buChar char="•"/>
              <a:defRPr b="0" i="0" sz="11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Quattrocento Sans"/>
              <a:buChar char="•"/>
              <a:defRPr b="0" i="0" sz="11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Quattrocento Sans"/>
              <a:buChar char="•"/>
              <a:defRPr b="0" i="0" sz="11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Quattrocento Sans"/>
              <a:buChar char="•"/>
              <a:defRPr b="0" i="0" sz="11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138" name="Google Shape;138;p49"/>
          <p:cNvSpPr/>
          <p:nvPr/>
        </p:nvSpPr>
        <p:spPr>
          <a:xfrm>
            <a:off x="800279" y="1212637"/>
            <a:ext cx="34289" cy="9447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9" name="Google Shape;139;p49"/>
          <p:cNvGrpSpPr/>
          <p:nvPr/>
        </p:nvGrpSpPr>
        <p:grpSpPr>
          <a:xfrm>
            <a:off x="7267812" y="4239753"/>
            <a:ext cx="1523769" cy="627523"/>
            <a:chOff x="9690416" y="5653004"/>
            <a:chExt cx="2031692" cy="836697"/>
          </a:xfrm>
        </p:grpSpPr>
        <p:pic>
          <p:nvPicPr>
            <p:cNvPr id="140" name="Google Shape;140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90416" y="5653004"/>
              <a:ext cx="2026612" cy="4791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695496" y="6275255"/>
              <a:ext cx="2026612" cy="21444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Title" showMasterSp="0">
  <p:cSld name="Chapter Title"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0"/>
          <p:cNvSpPr txBox="1"/>
          <p:nvPr>
            <p:ph type="title"/>
          </p:nvPr>
        </p:nvSpPr>
        <p:spPr>
          <a:xfrm>
            <a:off x="1008221" y="2260386"/>
            <a:ext cx="3995578" cy="2431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4" name="Google Shape;144;p50"/>
          <p:cNvSpPr/>
          <p:nvPr/>
        </p:nvSpPr>
        <p:spPr>
          <a:xfrm>
            <a:off x="800279" y="2260387"/>
            <a:ext cx="34289" cy="62092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0"/>
          <p:cNvSpPr txBox="1"/>
          <p:nvPr>
            <p:ph idx="1" type="subTitle"/>
          </p:nvPr>
        </p:nvSpPr>
        <p:spPr>
          <a:xfrm>
            <a:off x="1008221" y="2673566"/>
            <a:ext cx="3995578" cy="2431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83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Quattrocento Sans"/>
              <a:buChar char="•"/>
              <a:defRPr b="0" i="0" sz="11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Quattrocento Sans"/>
              <a:buChar char="•"/>
              <a:defRPr b="0" i="0" sz="11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Quattrocento Sans"/>
              <a:buChar char="•"/>
              <a:defRPr b="0" i="0" sz="11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Quattrocento Sans"/>
              <a:buChar char="•"/>
              <a:defRPr b="0" i="0" sz="11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Quattrocento Sans"/>
              <a:buChar char="•"/>
              <a:defRPr b="0" i="0" sz="11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Quattrocento Sans"/>
              <a:buChar char="•"/>
              <a:defRPr b="0" i="0" sz="11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pic>
        <p:nvPicPr>
          <p:cNvPr id="146" name="Google Shape;146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810250" y="0"/>
            <a:ext cx="33337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 Cover" type="blank">
  <p:cSld name="BLANK">
    <p:bg>
      <p:bgPr>
        <a:solidFill>
          <a:srgbClr val="F0EBE3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294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1"/>
          <p:cNvSpPr/>
          <p:nvPr/>
        </p:nvSpPr>
        <p:spPr>
          <a:xfrm>
            <a:off x="259690" y="4644695"/>
            <a:ext cx="4572000" cy="24237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"ABeam" and its logo are registered trademarks of ABeam Consulting Ltd. in Japan and other countries. All other trademarks and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trade names appearing in the text of this publication are the property of their respective owners.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1"/>
          <p:cNvSpPr txBox="1"/>
          <p:nvPr/>
        </p:nvSpPr>
        <p:spPr>
          <a:xfrm>
            <a:off x="3429000" y="4782444"/>
            <a:ext cx="1149597" cy="7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©︎2021 ABeam Consulting Ltd.</a:t>
            </a:r>
            <a:endParaRPr b="0" i="0" sz="6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151" name="Google Shape;151;p51"/>
          <p:cNvGrpSpPr/>
          <p:nvPr/>
        </p:nvGrpSpPr>
        <p:grpSpPr>
          <a:xfrm>
            <a:off x="7267812" y="4239753"/>
            <a:ext cx="1523769" cy="627523"/>
            <a:chOff x="9690416" y="5653004"/>
            <a:chExt cx="2031692" cy="836697"/>
          </a:xfrm>
        </p:grpSpPr>
        <p:pic>
          <p:nvPicPr>
            <p:cNvPr id="152" name="Google Shape;152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90416" y="5653004"/>
              <a:ext cx="2026612" cy="4791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5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695496" y="6275255"/>
              <a:ext cx="2026612" cy="21444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7.jp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4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" name="Google Shape;11;p2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6"/>
          <p:cNvSpPr/>
          <p:nvPr/>
        </p:nvSpPr>
        <p:spPr>
          <a:xfrm flipH="1">
            <a:off x="-1" y="0"/>
            <a:ext cx="9144000" cy="51435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ECEDED"/>
              </a:gs>
            </a:gsLst>
            <a:lin ang="36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6"/>
          <p:cNvSpPr txBox="1"/>
          <p:nvPr/>
        </p:nvSpPr>
        <p:spPr>
          <a:xfrm>
            <a:off x="7536720" y="4916408"/>
            <a:ext cx="1138183" cy="169943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000" lIns="54000" spcFirstLastPara="1" rIns="54000" wrap="square" tIns="27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Nissan Confidential C</a:t>
            </a:r>
            <a:endParaRPr b="0" i="0" sz="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" name="Google Shape;1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08658" y="1170924"/>
            <a:ext cx="3355200" cy="53764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8"/>
          <p:cNvSpPr txBox="1"/>
          <p:nvPr/>
        </p:nvSpPr>
        <p:spPr>
          <a:xfrm>
            <a:off x="7536720" y="4916408"/>
            <a:ext cx="1138183" cy="169943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000" lIns="54000" spcFirstLastPara="1" rIns="54000" wrap="square" tIns="27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Nissan Confidential C</a:t>
            </a:r>
            <a:endParaRPr b="0" i="0" sz="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3" name="Google Shape;93;p2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09010" y="4924013"/>
            <a:ext cx="925200" cy="14825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8"/>
          <p:cNvSpPr txBox="1"/>
          <p:nvPr/>
        </p:nvSpPr>
        <p:spPr>
          <a:xfrm>
            <a:off x="250826" y="4904078"/>
            <a:ext cx="647026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808080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900" u="none" cap="none" strike="noStrike">
              <a:solidFill>
                <a:srgbClr val="80808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5" name="Google Shape;95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96585" y="183115"/>
            <a:ext cx="1456916" cy="34323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160">
          <p15:clr>
            <a:srgbClr val="F26B43"/>
          </p15:clr>
        </p15:guide>
        <p15:guide id="3" pos="136">
          <p15:clr>
            <a:srgbClr val="F26B43"/>
          </p15:clr>
        </p15:guide>
        <p15:guide id="4" pos="238">
          <p15:clr>
            <a:srgbClr val="F26B43"/>
          </p15:clr>
        </p15:guide>
        <p15:guide id="5" orient="horz" pos="89">
          <p15:clr>
            <a:srgbClr val="F26B43"/>
          </p15:clr>
        </p15:guide>
        <p15:guide id="6" orient="horz" pos="480">
          <p15:clr>
            <a:srgbClr val="F26B43"/>
          </p15:clr>
        </p15:guide>
        <p15:guide id="7" pos="357">
          <p15:clr>
            <a:srgbClr val="F26B43"/>
          </p15:clr>
        </p15:guide>
        <p15:guide id="8" pos="4184">
          <p15:clr>
            <a:srgbClr val="F26B43"/>
          </p15:clr>
        </p15:guide>
        <p15:guide id="9" pos="4082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Relationship Id="rId5" Type="http://schemas.openxmlformats.org/officeDocument/2006/relationships/image" Target="../media/image28.png"/><Relationship Id="rId6" Type="http://schemas.openxmlformats.org/officeDocument/2006/relationships/image" Target="../media/image2.png"/><Relationship Id="rId7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Relationship Id="rId4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"/>
          <p:cNvSpPr txBox="1"/>
          <p:nvPr>
            <p:ph idx="1" type="body"/>
          </p:nvPr>
        </p:nvSpPr>
        <p:spPr>
          <a:xfrm>
            <a:off x="395288" y="2841293"/>
            <a:ext cx="8353425" cy="7276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Service Management Monthly Report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 sz="1800">
                <a:latin typeface="Verdana"/>
                <a:ea typeface="Verdana"/>
                <a:cs typeface="Verdana"/>
                <a:sym typeface="Verdana"/>
              </a:rPr>
              <a:t>Result as of May 2026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9" name="Google Shape;159;p1"/>
          <p:cNvSpPr txBox="1"/>
          <p:nvPr>
            <p:ph idx="2" type="body"/>
          </p:nvPr>
        </p:nvSpPr>
        <p:spPr>
          <a:xfrm>
            <a:off x="7054455" y="4365484"/>
            <a:ext cx="2089545" cy="5528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7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 sz="1500"/>
              <a:t>4</a:t>
            </a:r>
            <a:r>
              <a:rPr lang="en" sz="1500"/>
              <a:t> June 2026</a:t>
            </a:r>
            <a:endParaRPr sz="1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 sz="1500"/>
              <a:t>NMT-IS RQM, SMO</a:t>
            </a:r>
            <a:endParaRPr sz="1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"/>
          <p:cNvSpPr txBox="1"/>
          <p:nvPr>
            <p:ph idx="1" type="body"/>
          </p:nvPr>
        </p:nvSpPr>
        <p:spPr>
          <a:xfrm>
            <a:off x="287338" y="141686"/>
            <a:ext cx="8569325" cy="382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dana"/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66" name="Google Shape;166;p2"/>
          <p:cNvSpPr txBox="1"/>
          <p:nvPr>
            <p:ph idx="2" type="body"/>
          </p:nvPr>
        </p:nvSpPr>
        <p:spPr>
          <a:xfrm>
            <a:off x="476000" y="805530"/>
            <a:ext cx="85536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655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Font typeface="Verdana"/>
              <a:buAutoNum type="arabicParenR"/>
            </a:pPr>
            <a:r>
              <a:rPr lang="en" sz="1500"/>
              <a:t>Monthly Incident Report</a:t>
            </a:r>
            <a:endParaRPr/>
          </a:p>
          <a:p>
            <a:pPr indent="-33655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1500"/>
              <a:buFont typeface="Verdana"/>
              <a:buAutoNum type="arabicParenR"/>
            </a:pPr>
            <a:r>
              <a:rPr lang="en" sz="1500"/>
              <a:t>SLA Monthly Monitoring Report</a:t>
            </a:r>
            <a:endParaRPr/>
          </a:p>
          <a:p>
            <a:pPr indent="-33655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1500"/>
              <a:buFont typeface="Verdana"/>
              <a:buAutoNum type="arabicParenR"/>
            </a:pPr>
            <a:r>
              <a:rPr lang="en" sz="1500"/>
              <a:t>Monthly Resource Status Report</a:t>
            </a:r>
            <a:endParaRPr/>
          </a:p>
          <a:p>
            <a:pPr indent="-24130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2060"/>
              </a:buClr>
              <a:buSzPts val="1500"/>
              <a:buFont typeface="Verdana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"/>
          <p:cNvSpPr txBox="1"/>
          <p:nvPr>
            <p:ph type="ctrTitle"/>
          </p:nvPr>
        </p:nvSpPr>
        <p:spPr>
          <a:xfrm>
            <a:off x="876962" y="1925531"/>
            <a:ext cx="5391737" cy="6686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dana"/>
              <a:buNone/>
            </a:pPr>
            <a:r>
              <a:rPr lang="en">
                <a:latin typeface="Verdana"/>
                <a:ea typeface="Verdana"/>
                <a:cs typeface="Verdana"/>
                <a:sym typeface="Verdana"/>
              </a:rPr>
              <a:t>Monthly Incident Report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4" title="1.Failur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725" y="318775"/>
            <a:ext cx="2426475" cy="151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4"/>
          <p:cNvSpPr/>
          <p:nvPr/>
        </p:nvSpPr>
        <p:spPr>
          <a:xfrm>
            <a:off x="5379244" y="3341121"/>
            <a:ext cx="3643200" cy="138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sng" cap="none" strike="noStrike">
                <a:solidFill>
                  <a:srgbClr val="000008"/>
                </a:solidFill>
                <a:latin typeface="Verdana"/>
                <a:ea typeface="Verdana"/>
                <a:cs typeface="Verdana"/>
                <a:sym typeface="Verdana"/>
              </a:rPr>
              <a:t>Executive Summary: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8"/>
                </a:solidFill>
                <a:latin typeface="Verdana"/>
                <a:ea typeface="Verdana"/>
                <a:cs typeface="Verdana"/>
                <a:sym typeface="Verdana"/>
              </a:rPr>
              <a:t>FY26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0008"/>
                </a:solidFill>
                <a:latin typeface="Verdana"/>
                <a:ea typeface="Verdana"/>
                <a:cs typeface="Verdana"/>
                <a:sym typeface="Verdana"/>
              </a:rPr>
              <a:t>- Muze started MA for MyNissan Application on 3 Apr 2026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4" title="2. Inquir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724" y="1829939"/>
            <a:ext cx="2426475" cy="1511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4" title="3.Service Reques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5901" y="3358217"/>
            <a:ext cx="2466564" cy="151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4" title="4. Enhancemen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46596" y="3358218"/>
            <a:ext cx="2426475" cy="1511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4" title="Monthly Tickets FY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46600" y="562275"/>
            <a:ext cx="6268999" cy="2596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"/>
          <p:cNvSpPr txBox="1"/>
          <p:nvPr>
            <p:ph idx="1" type="body"/>
          </p:nvPr>
        </p:nvSpPr>
        <p:spPr>
          <a:xfrm>
            <a:off x="287337" y="333166"/>
            <a:ext cx="8569325" cy="382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Verdana"/>
              <a:buNone/>
            </a:pPr>
            <a:r>
              <a:rPr b="1" lang="en">
                <a:solidFill>
                  <a:srgbClr val="000000"/>
                </a:solidFill>
              </a:rPr>
              <a:t>Overall Ticket Activity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dana"/>
              <a:buNone/>
            </a:pPr>
            <a:r>
              <a:t/>
            </a:r>
            <a:endParaRPr/>
          </a:p>
        </p:txBody>
      </p:sp>
      <p:pic>
        <p:nvPicPr>
          <p:cNvPr id="189" name="Google Shape;18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19206"/>
            <a:ext cx="8839201" cy="3112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"/>
          <p:cNvSpPr txBox="1"/>
          <p:nvPr>
            <p:ph idx="1" type="body"/>
          </p:nvPr>
        </p:nvSpPr>
        <p:spPr>
          <a:xfrm>
            <a:off x="287338" y="141686"/>
            <a:ext cx="8569325" cy="382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dana"/>
              <a:buNone/>
            </a:pPr>
            <a:r>
              <a:rPr lang="en"/>
              <a:t>Incident summary (1-31 May)</a:t>
            </a:r>
            <a:endParaRPr/>
          </a:p>
        </p:txBody>
      </p:sp>
      <p:sp>
        <p:nvSpPr>
          <p:cNvPr id="196" name="Google Shape;196;p6"/>
          <p:cNvSpPr txBox="1"/>
          <p:nvPr>
            <p:ph idx="2" type="body"/>
          </p:nvPr>
        </p:nvSpPr>
        <p:spPr>
          <a:xfrm>
            <a:off x="431759" y="554837"/>
            <a:ext cx="8553450" cy="303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Char char="■"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Total incident = </a:t>
            </a:r>
            <a:r>
              <a:rPr lang="en" sz="1400">
                <a:solidFill>
                  <a:srgbClr val="000000"/>
                </a:solidFill>
              </a:rPr>
              <a:t>11</a:t>
            </a: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incidents </a:t>
            </a:r>
            <a:endParaRPr sz="1500"/>
          </a:p>
        </p:txBody>
      </p:sp>
      <p:graphicFrame>
        <p:nvGraphicFramePr>
          <p:cNvPr id="197" name="Google Shape;197;p6"/>
          <p:cNvGraphicFramePr/>
          <p:nvPr/>
        </p:nvGraphicFramePr>
        <p:xfrm>
          <a:off x="628651" y="8767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{5F6B2859-F062-45A3-AD40-F321237AEE1C}</a:tableStyleId>
              </a:tblPr>
              <a:tblGrid>
                <a:gridCol w="2113275"/>
                <a:gridCol w="1308250"/>
                <a:gridCol w="1033275"/>
                <a:gridCol w="1641575"/>
                <a:gridCol w="1779950"/>
              </a:tblGrid>
              <a:tr h="2067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/>
                        <a:t>Category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Last month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4300" marB="34300" marR="68600" marL="68600" anchor="ctr"/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This month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4300" marB="34300" marR="68600" marL="68600" anchor="ctr"/>
                </a:tc>
                <a:tc hMerge="1"/>
                <a:tc hMerge="1"/>
              </a:tr>
              <a:tr h="2067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Carry over (A)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Started (B)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Closed/Cancelled (C)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On process(D=A+B-C)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4300" marB="34300" marR="68600" marL="68600"/>
                </a:tc>
              </a:tr>
              <a:tr h="620325">
                <a:tc>
                  <a:txBody>
                    <a:bodyPr/>
                    <a:lstStyle/>
                    <a:p>
                      <a:pPr indent="0" lvl="1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Verdana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1. Incident Summary</a:t>
                      </a:r>
                      <a:endParaRPr sz="1100" u="none" cap="none" strike="noStrike"/>
                    </a:p>
                    <a:p>
                      <a:pPr indent="-209550" lvl="1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Char char="▪"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Failure</a:t>
                      </a:r>
                      <a:endParaRPr sz="1100" u="none" cap="none" strike="noStrike"/>
                    </a:p>
                    <a:p>
                      <a:pPr indent="-209550" lvl="1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Char char="▪"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Inquiry</a:t>
                      </a:r>
                      <a:endParaRPr sz="1100" u="none" cap="none" strike="noStrike"/>
                    </a:p>
                    <a:p>
                      <a:pPr indent="-209550" lvl="1" marL="215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Noto Sans Symbols"/>
                        <a:buChar char="▪"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Service request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1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Verdana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1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Verdana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 u="none" cap="none" strike="noStrike"/>
                    </a:p>
                    <a:p>
                      <a:pPr indent="0" lvl="1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Verdana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 u="none" cap="none" strike="noStrike"/>
                    </a:p>
                    <a:p>
                      <a:pPr indent="0" lvl="1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Verdana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1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Verdana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1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Verdana"/>
                        <a:buNone/>
                      </a:pPr>
                      <a:r>
                        <a:rPr lang="en" sz="900"/>
                        <a:t>2</a:t>
                      </a:r>
                      <a:endParaRPr sz="900" u="none" cap="none" strike="noStrike"/>
                    </a:p>
                    <a:p>
                      <a:pPr indent="0" lvl="1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Verdana"/>
                        <a:buNone/>
                      </a:pPr>
                      <a:r>
                        <a:rPr lang="en" sz="900"/>
                        <a:t>3</a:t>
                      </a:r>
                      <a:endParaRPr sz="900" u="none" cap="none" strike="noStrike"/>
                    </a:p>
                    <a:p>
                      <a:pPr indent="0" lvl="1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Verdana"/>
                        <a:buNone/>
                      </a:pPr>
                      <a:r>
                        <a:rPr lang="en" sz="900"/>
                        <a:t>6</a:t>
                      </a:r>
                      <a:endParaRPr sz="9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1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Verdana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1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Verdana"/>
                        <a:buNone/>
                      </a:pPr>
                      <a:r>
                        <a:rPr lang="en" sz="900"/>
                        <a:t>2</a:t>
                      </a:r>
                      <a:endParaRPr sz="900" u="none" cap="none" strike="noStrike"/>
                    </a:p>
                    <a:p>
                      <a:pPr indent="0" lvl="1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Verdana"/>
                        <a:buNone/>
                      </a:pPr>
                      <a:r>
                        <a:rPr lang="en" sz="900"/>
                        <a:t>3</a:t>
                      </a:r>
                      <a:endParaRPr sz="900" u="none" cap="none" strike="noStrike"/>
                    </a:p>
                    <a:p>
                      <a:pPr indent="0" lvl="1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Verdana"/>
                        <a:buNone/>
                      </a:pPr>
                      <a:r>
                        <a:rPr lang="en" sz="900"/>
                        <a:t>6</a:t>
                      </a:r>
                      <a:endParaRPr sz="9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1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Verdana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1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Verdana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 u="none" cap="none" strike="noStrike"/>
                    </a:p>
                    <a:p>
                      <a:pPr indent="0" lvl="1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Verdana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 u="none" cap="none" strike="noStrike"/>
                    </a:p>
                    <a:p>
                      <a:pPr indent="0" lvl="1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Verdana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/>
                </a:tc>
              </a:tr>
              <a:tr h="216150">
                <a:tc>
                  <a:txBody>
                    <a:bodyPr/>
                    <a:lstStyle/>
                    <a:p>
                      <a:pPr indent="0" lvl="1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Verdana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2. Problem MGMT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9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1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Verdana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9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1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Verdana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/>
                </a:tc>
              </a:tr>
              <a:tr h="344625">
                <a:tc>
                  <a:txBody>
                    <a:bodyPr/>
                    <a:lstStyle/>
                    <a:p>
                      <a:pPr indent="0" lvl="1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Verdana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3. Enhancement </a:t>
                      </a:r>
                      <a:endParaRPr sz="1100" u="none" cap="none" strike="noStrike"/>
                    </a:p>
                    <a:p>
                      <a:pPr indent="0" lvl="1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Verdana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(Change request)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9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1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Verdana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9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1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Verdana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/>
                </a:tc>
              </a:tr>
              <a:tr h="205125">
                <a:tc>
                  <a:txBody>
                    <a:bodyPr/>
                    <a:lstStyle/>
                    <a:p>
                      <a:pPr indent="0" lvl="1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Verdana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4. Change/Release MGM 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/>
                        <a:t>0</a:t>
                      </a:r>
                      <a:endParaRPr sz="9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1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Verdana"/>
                        <a:buNone/>
                      </a:pPr>
                      <a:r>
                        <a:rPr lang="en" sz="900"/>
                        <a:t>0</a:t>
                      </a:r>
                      <a:endParaRPr sz="9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1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Verdana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/>
                </a:tc>
              </a:tr>
            </a:tbl>
          </a:graphicData>
        </a:graphic>
      </p:graphicFrame>
      <p:sp>
        <p:nvSpPr>
          <p:cNvPr id="198" name="Google Shape;198;p6"/>
          <p:cNvSpPr txBox="1"/>
          <p:nvPr/>
        </p:nvSpPr>
        <p:spPr>
          <a:xfrm>
            <a:off x="431752" y="3000350"/>
            <a:ext cx="25935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476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F66"/>
              </a:buClr>
              <a:buSzPts val="900"/>
              <a:buFont typeface="Noto Sans Symbols"/>
              <a:buChar char="■"/>
            </a:pPr>
            <a:r>
              <a:rPr b="0" i="0" lang="en" sz="8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Failure (</a:t>
            </a:r>
            <a:r>
              <a:rPr lang="en" sz="8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b="0" i="0" lang="en" sz="8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/</a:t>
            </a:r>
            <a:r>
              <a:rPr lang="en" sz="8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b="0" i="0" lang="en" sz="8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55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A5A5A5"/>
              </a:buClr>
              <a:buSzPts val="500"/>
              <a:buFont typeface="Noto Sans Symbols"/>
              <a:buChar char="■"/>
            </a:pPr>
            <a:r>
              <a:rPr b="0" i="0" lang="en" sz="8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Application Problem (</a:t>
            </a:r>
            <a:r>
              <a:rPr lang="en" sz="8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r>
              <a:rPr b="0" i="0" lang="en" sz="8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/</a:t>
            </a:r>
            <a:r>
              <a:rPr lang="en" sz="8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b="0" i="0" lang="en" sz="8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 b="0" i="0" sz="800" u="none" cap="none" strike="noStrike">
              <a:solidFill>
                <a:schemeClr val="accen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90500" lvl="1" marL="55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A5A5A5"/>
              </a:buClr>
              <a:buSzPts val="500"/>
              <a:buFont typeface="Noto Sans Symbols"/>
              <a:buNone/>
            </a:pPr>
            <a:r>
              <a:t/>
            </a:r>
            <a:endParaRPr b="0" i="0" sz="800" u="none" cap="none" strike="noStrike">
              <a:solidFill>
                <a:schemeClr val="accen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1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A5A5A5"/>
              </a:buClr>
              <a:buSzPts val="500"/>
              <a:buFont typeface="Noto Sans Symbols"/>
              <a:buNone/>
            </a:pPr>
            <a:r>
              <a:t/>
            </a:r>
            <a:endParaRPr b="0" i="0" sz="800" u="none" cap="none" strike="noStrike">
              <a:solidFill>
                <a:schemeClr val="accen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1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A5A5A5"/>
              </a:buClr>
              <a:buSzPts val="500"/>
              <a:buFont typeface="Noto Sans Symbols"/>
              <a:buNone/>
            </a:pPr>
            <a:r>
              <a:t/>
            </a:r>
            <a:endParaRPr b="0" i="0" sz="800" u="none" cap="none" strike="noStrike">
              <a:solidFill>
                <a:schemeClr val="accen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9" name="Google Shape;199;p6"/>
          <p:cNvSpPr txBox="1"/>
          <p:nvPr/>
        </p:nvSpPr>
        <p:spPr>
          <a:xfrm>
            <a:off x="3070184" y="2978158"/>
            <a:ext cx="2661143" cy="14170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476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F66"/>
              </a:buClr>
              <a:buSzPts val="900"/>
              <a:buFont typeface="Noto Sans Symbols"/>
              <a:buChar char="■"/>
            </a:pPr>
            <a:r>
              <a:rPr lang="en" sz="8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Service </a:t>
            </a:r>
            <a:r>
              <a:rPr b="0" i="0" lang="en" sz="8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Request (</a:t>
            </a:r>
            <a:r>
              <a:rPr lang="en" sz="8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b="0" i="0" lang="en" sz="8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/</a:t>
            </a:r>
            <a:r>
              <a:rPr lang="en" sz="8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b="0" i="0" lang="en" sz="8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)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55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A5A5A5"/>
              </a:buClr>
              <a:buSzPts val="500"/>
              <a:buFont typeface="Noto Sans Symbols"/>
              <a:buChar char="■"/>
            </a:pPr>
            <a:r>
              <a:rPr b="0" i="0" lang="en" sz="8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Operation (</a:t>
            </a:r>
            <a:r>
              <a:rPr lang="en" sz="8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b="0" i="0" lang="en" sz="8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/</a:t>
            </a:r>
            <a:r>
              <a:rPr lang="en" sz="8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b="0" i="0" lang="en" sz="8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0" name="Google Shape;200;p6"/>
          <p:cNvGraphicFramePr/>
          <p:nvPr/>
        </p:nvGraphicFramePr>
        <p:xfrm>
          <a:off x="6084151" y="275175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{5F6B2859-F062-45A3-AD40-F321237AEE1C}</a:tableStyleId>
              </a:tblPr>
              <a:tblGrid>
                <a:gridCol w="334700"/>
                <a:gridCol w="1248350"/>
                <a:gridCol w="848125"/>
              </a:tblGrid>
              <a:tr h="266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#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775" marB="0" marR="4775" marL="4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Module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775" marB="0" marR="4775" marL="4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No. of incident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775" marB="0" marR="4775" marL="4775" anchor="ctr"/>
                </a:tc>
              </a:tr>
              <a:tr h="138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b="0" i="0" sz="7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775" marB="0" marR="4775" marL="4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n" sz="700" u="none" cap="none" strike="noStrike">
                          <a:solidFill>
                            <a:srgbClr val="000008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All Module</a:t>
                      </a:r>
                      <a:endParaRPr sz="1100" u="none" cap="none" strike="noStrike"/>
                    </a:p>
                  </a:txBody>
                  <a:tcPr marT="7150" marB="0" marR="7150" marL="643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8"/>
                        </a:buClr>
                        <a:buSzPts val="700"/>
                        <a:buFont typeface="Verdana"/>
                        <a:buNone/>
                      </a:pPr>
                      <a:r>
                        <a:rPr b="0" i="0" lang="en" sz="700" u="none" cap="none" strike="noStrike">
                          <a:solidFill>
                            <a:srgbClr val="000008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r>
                        <a:rPr lang="en" sz="700">
                          <a:solidFill>
                            <a:srgbClr val="000008"/>
                          </a:solidFill>
                        </a:rPr>
                        <a:t>1</a:t>
                      </a:r>
                      <a:endParaRPr sz="1100" u="none" cap="none" strike="noStrike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201" name="Google Shape;201;p6"/>
          <p:cNvSpPr txBox="1"/>
          <p:nvPr/>
        </p:nvSpPr>
        <p:spPr>
          <a:xfrm>
            <a:off x="431750" y="3504923"/>
            <a:ext cx="3388500" cy="9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476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F66"/>
              </a:buClr>
              <a:buSzPts val="900"/>
              <a:buFont typeface="Noto Sans Symbols"/>
              <a:buChar char="■"/>
            </a:pPr>
            <a:r>
              <a:rPr b="0" i="0" lang="en" sz="8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Inquiry (</a:t>
            </a:r>
            <a:r>
              <a:rPr lang="en" sz="8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r>
              <a:rPr b="0" i="0" lang="en" sz="8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/</a:t>
            </a:r>
            <a:r>
              <a:rPr lang="en" sz="8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r>
              <a:rPr b="0" i="0" lang="en" sz="8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55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A5A5A5"/>
              </a:buClr>
              <a:buSzPts val="500"/>
              <a:buFont typeface="Noto Sans Symbols"/>
              <a:buChar char="■"/>
            </a:pPr>
            <a:r>
              <a:rPr lang="en" sz="8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Application (1/1)</a:t>
            </a:r>
            <a:endParaRPr sz="800">
              <a:solidFill>
                <a:schemeClr val="accen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2250" lvl="1" marL="55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A5A5A5"/>
              </a:buClr>
              <a:buSzPts val="500"/>
              <a:buFont typeface="Noto Sans Symbols"/>
              <a:buChar char="■"/>
            </a:pPr>
            <a:r>
              <a:rPr lang="en" sz="800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Specification Inquiry</a:t>
            </a:r>
            <a:r>
              <a:rPr b="0" i="0" lang="en" sz="8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 (1/1)</a:t>
            </a:r>
            <a:endParaRPr sz="800">
              <a:solidFill>
                <a:schemeClr val="accen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2250" lvl="1" marL="55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A5A5A5"/>
              </a:buClr>
              <a:buSzPts val="500"/>
              <a:buFont typeface="Noto Sans Symbols"/>
              <a:buChar char="■"/>
            </a:pPr>
            <a:r>
              <a:rPr b="0" i="0" lang="en" sz="800" u="none" cap="none" strike="noStrik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Operation inquiry (1/1)</a:t>
            </a:r>
            <a:endParaRPr b="0" i="0" sz="800" u="none" cap="none" strike="noStrike">
              <a:solidFill>
                <a:schemeClr val="accen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accen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1" marL="3683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A5A5A5"/>
              </a:buClr>
              <a:buSzPts val="500"/>
              <a:buFont typeface="Noto Sans Symbols"/>
              <a:buNone/>
            </a:pPr>
            <a:r>
              <a:t/>
            </a:r>
            <a:endParaRPr b="0" i="0" sz="800" u="none" cap="none" strike="noStrike">
              <a:solidFill>
                <a:schemeClr val="accen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1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A5A5A5"/>
              </a:buClr>
              <a:buSzPts val="500"/>
              <a:buFont typeface="Noto Sans Symbols"/>
              <a:buNone/>
            </a:pPr>
            <a:r>
              <a:t/>
            </a:r>
            <a:endParaRPr b="0" i="0" sz="800" u="none" cap="none" strike="noStrike">
              <a:solidFill>
                <a:schemeClr val="accen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1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A5A5A5"/>
              </a:buClr>
              <a:buSzPts val="500"/>
              <a:buFont typeface="Noto Sans Symbols"/>
              <a:buNone/>
            </a:pPr>
            <a:r>
              <a:t/>
            </a:r>
            <a:endParaRPr b="0" i="0" sz="800" u="none" cap="none" strike="noStrike">
              <a:solidFill>
                <a:schemeClr val="accen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"/>
          <p:cNvSpPr txBox="1"/>
          <p:nvPr>
            <p:ph idx="1" type="body"/>
          </p:nvPr>
        </p:nvSpPr>
        <p:spPr>
          <a:xfrm>
            <a:off x="287338" y="141686"/>
            <a:ext cx="8569325" cy="382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dana"/>
              <a:buNone/>
            </a:pPr>
            <a:r>
              <a:rPr b="1" lang="en" sz="2100">
                <a:latin typeface="Verdana"/>
                <a:ea typeface="Verdana"/>
                <a:cs typeface="Verdana"/>
                <a:sym typeface="Verdana"/>
              </a:rPr>
              <a:t>Event summary – Inquiry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dana"/>
              <a:buNone/>
            </a:pPr>
            <a:r>
              <a:t/>
            </a:r>
            <a:endParaRPr/>
          </a:p>
        </p:txBody>
      </p:sp>
      <p:pic>
        <p:nvPicPr>
          <p:cNvPr id="207" name="Google Shape;20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0125" y="1337725"/>
            <a:ext cx="3357050" cy="1492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8" name="Google Shape;208;p7"/>
          <p:cNvGraphicFramePr/>
          <p:nvPr/>
        </p:nvGraphicFramePr>
        <p:xfrm>
          <a:off x="377825" y="3780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{9FBA8F56-2D78-411B-95CE-9E04CA0D3CAA}</a:tableStyleId>
              </a:tblPr>
              <a:tblGrid>
                <a:gridCol w="485775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209550"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FY25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08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Apr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08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May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08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Jun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08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Jul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08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Aug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08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Sep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08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Oct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08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Nov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08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Dec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08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Jan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08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Feb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08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Mar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08:0:12"/>
                      </a:ext>
                    </a:extLst>
                  </a:tcPr>
                </a:tc>
              </a:tr>
              <a:tr h="2000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08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08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08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08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08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08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08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08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08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08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08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08:1:12"/>
                      </a:ext>
                    </a:extLst>
                  </a:tcPr>
                </a:tc>
              </a:tr>
            </a:tbl>
          </a:graphicData>
        </a:graphic>
      </p:graphicFrame>
      <p:pic>
        <p:nvPicPr>
          <p:cNvPr id="209" name="Google Shape;209;p7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100" y="730600"/>
            <a:ext cx="4524000" cy="2797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8" title="Chart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9338" y="762000"/>
            <a:ext cx="4985325" cy="2991191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8"/>
          <p:cNvSpPr txBox="1"/>
          <p:nvPr>
            <p:ph idx="1" type="body"/>
          </p:nvPr>
        </p:nvSpPr>
        <p:spPr>
          <a:xfrm>
            <a:off x="287338" y="141686"/>
            <a:ext cx="8569325" cy="382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dana"/>
              <a:buNone/>
            </a:pPr>
            <a:r>
              <a:rPr b="1" lang="en">
                <a:latin typeface="Verdana"/>
                <a:ea typeface="Verdana"/>
                <a:cs typeface="Verdana"/>
                <a:sym typeface="Verdana"/>
              </a:rPr>
              <a:t>Event summary – Top 5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b="1" lang="en">
                <a:latin typeface="Verdana"/>
                <a:ea typeface="Verdana"/>
                <a:cs typeface="Verdana"/>
                <a:sym typeface="Verdana"/>
              </a:rPr>
              <a:t>nquiry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dana"/>
              <a:buNone/>
            </a:pPr>
            <a:r>
              <a:t/>
            </a:r>
            <a:endParaRPr/>
          </a:p>
        </p:txBody>
      </p:sp>
      <p:graphicFrame>
        <p:nvGraphicFramePr>
          <p:cNvPr id="216" name="Google Shape;216;p8"/>
          <p:cNvGraphicFramePr/>
          <p:nvPr/>
        </p:nvGraphicFramePr>
        <p:xfrm>
          <a:off x="5980787" y="9475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{CF4BE565-40B8-43D9-BD93-BC97AF3B1A32}</a:tableStyleId>
              </a:tblPr>
              <a:tblGrid>
                <a:gridCol w="370350"/>
                <a:gridCol w="2355275"/>
                <a:gridCol w="378900"/>
              </a:tblGrid>
              <a:tr h="22177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Operation inquiry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solidFill>
                      <a:srgbClr val="8FCD4E"/>
                    </a:solidFill>
                  </a:tcPr>
                </a:tc>
                <a:tc hMerge="1"/>
                <a:tc hMerge="1"/>
              </a:tr>
              <a:tr h="28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lang="en" sz="800">
                          <a:solidFill>
                            <a:srgbClr val="000000"/>
                          </a:solidFill>
                        </a:rPr>
                        <a:t>Specification Inquiry</a:t>
                      </a:r>
                      <a:endParaRPr sz="1100" u="none" cap="none" strike="noStrike"/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 u="none" cap="none" strike="noStrike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pSp>
        <p:nvGrpSpPr>
          <p:cNvPr id="217" name="Google Shape;217;p8"/>
          <p:cNvGrpSpPr/>
          <p:nvPr/>
        </p:nvGrpSpPr>
        <p:grpSpPr>
          <a:xfrm flipH="1">
            <a:off x="5471870" y="867839"/>
            <a:ext cx="508910" cy="1551339"/>
            <a:chOff x="3718560" y="1058921"/>
            <a:chExt cx="404250" cy="2917696"/>
          </a:xfrm>
        </p:grpSpPr>
        <p:sp>
          <p:nvSpPr>
            <p:cNvPr id="218" name="Google Shape;218;p8"/>
            <p:cNvSpPr/>
            <p:nvPr/>
          </p:nvSpPr>
          <p:spPr>
            <a:xfrm>
              <a:off x="3737523" y="1894124"/>
              <a:ext cx="385287" cy="2082493"/>
            </a:xfrm>
            <a:custGeom>
              <a:rect b="b" l="l" r="r" t="t"/>
              <a:pathLst>
                <a:path extrusionOk="0" h="835152" w="938784">
                  <a:moveTo>
                    <a:pt x="0" y="0"/>
                  </a:moveTo>
                  <a:cubicBezTo>
                    <a:pt x="196088" y="30988"/>
                    <a:pt x="392176" y="61976"/>
                    <a:pt x="548640" y="201168"/>
                  </a:cubicBezTo>
                  <a:cubicBezTo>
                    <a:pt x="705104" y="340360"/>
                    <a:pt x="863600" y="719328"/>
                    <a:pt x="938784" y="835152"/>
                  </a:cubicBezTo>
                </a:path>
              </a:pathLst>
            </a:custGeom>
            <a:noFill/>
            <a:ln cap="flat" cmpd="sng" w="18125">
              <a:solidFill>
                <a:srgbClr val="8FCD4E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32650" lIns="65325" spcFirstLastPara="1" rIns="65325" wrap="square" tIns="32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34"/>
                <a:buFont typeface="Verdana"/>
                <a:buNone/>
              </a:pPr>
              <a:r>
                <a:t/>
              </a:r>
              <a:endParaRPr b="0" i="0" sz="133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9" name="Google Shape;219;p8"/>
            <p:cNvCxnSpPr/>
            <p:nvPr/>
          </p:nvCxnSpPr>
          <p:spPr>
            <a:xfrm>
              <a:off x="3718560" y="1058921"/>
              <a:ext cx="0" cy="1690147"/>
            </a:xfrm>
            <a:prstGeom prst="straightConnector1">
              <a:avLst/>
            </a:prstGeom>
            <a:noFill/>
            <a:ln cap="flat" cmpd="sng" w="18125">
              <a:solidFill>
                <a:srgbClr val="8FCD4E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</p:grpSp>
      <p:graphicFrame>
        <p:nvGraphicFramePr>
          <p:cNvPr id="220" name="Google Shape;220;p8"/>
          <p:cNvGraphicFramePr/>
          <p:nvPr/>
        </p:nvGraphicFramePr>
        <p:xfrm>
          <a:off x="1185862" y="8678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{CF4BE565-40B8-43D9-BD93-BC97AF3B1A32}</a:tableStyleId>
              </a:tblPr>
              <a:tblGrid>
                <a:gridCol w="337200"/>
                <a:gridCol w="1467075"/>
                <a:gridCol w="382850"/>
              </a:tblGrid>
              <a:tr h="22177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Operation inquiry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solidFill>
                      <a:srgbClr val="E97131"/>
                    </a:solidFill>
                  </a:tcPr>
                </a:tc>
                <a:tc hMerge="1"/>
                <a:tc hMerge="1"/>
              </a:tr>
              <a:tr h="28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lang="en" sz="800">
                          <a:solidFill>
                            <a:srgbClr val="000000"/>
                          </a:solidFill>
                        </a:rPr>
                        <a:t>Application</a:t>
                      </a:r>
                      <a:endParaRPr sz="1100" u="none" cap="none" strike="noStrike"/>
                    </a:p>
                  </a:txBody>
                  <a:tcPr marT="7150" marB="0" marR="7150" marL="7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 u="none" cap="none" strike="noStrike"/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pSp>
        <p:nvGrpSpPr>
          <p:cNvPr id="221" name="Google Shape;221;p8"/>
          <p:cNvGrpSpPr/>
          <p:nvPr/>
        </p:nvGrpSpPr>
        <p:grpSpPr>
          <a:xfrm>
            <a:off x="3372965" y="761999"/>
            <a:ext cx="771300" cy="1550873"/>
            <a:chOff x="3718560" y="1058921"/>
            <a:chExt cx="403864" cy="2916819"/>
          </a:xfrm>
        </p:grpSpPr>
        <p:sp>
          <p:nvSpPr>
            <p:cNvPr id="222" name="Google Shape;222;p8"/>
            <p:cNvSpPr/>
            <p:nvPr/>
          </p:nvSpPr>
          <p:spPr>
            <a:xfrm>
              <a:off x="3737523" y="1894124"/>
              <a:ext cx="384901" cy="2081616"/>
            </a:xfrm>
            <a:custGeom>
              <a:rect b="b" l="l" r="r" t="t"/>
              <a:pathLst>
                <a:path extrusionOk="0" h="835152" w="938784">
                  <a:moveTo>
                    <a:pt x="0" y="0"/>
                  </a:moveTo>
                  <a:cubicBezTo>
                    <a:pt x="196088" y="30988"/>
                    <a:pt x="392176" y="61976"/>
                    <a:pt x="548640" y="201168"/>
                  </a:cubicBezTo>
                  <a:cubicBezTo>
                    <a:pt x="705104" y="340360"/>
                    <a:pt x="863600" y="719328"/>
                    <a:pt x="938784" y="835152"/>
                  </a:cubicBezTo>
                </a:path>
              </a:pathLst>
            </a:custGeom>
            <a:noFill/>
            <a:ln cap="flat" cmpd="sng" w="18125">
              <a:solidFill>
                <a:srgbClr val="E9713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32650" lIns="65325" spcFirstLastPara="1" rIns="65325" wrap="square" tIns="32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34"/>
                <a:buFont typeface="Verdana"/>
                <a:buNone/>
              </a:pPr>
              <a:r>
                <a:t/>
              </a:r>
              <a:endParaRPr b="0" i="0" sz="133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3" name="Google Shape;223;p8"/>
            <p:cNvCxnSpPr/>
            <p:nvPr/>
          </p:nvCxnSpPr>
          <p:spPr>
            <a:xfrm>
              <a:off x="3718560" y="1058921"/>
              <a:ext cx="0" cy="1690200"/>
            </a:xfrm>
            <a:prstGeom prst="straightConnector1">
              <a:avLst/>
            </a:prstGeom>
            <a:noFill/>
            <a:ln cap="flat" cmpd="sng" w="18125">
              <a:solidFill>
                <a:srgbClr val="E97131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"/>
          <p:cNvSpPr txBox="1"/>
          <p:nvPr/>
        </p:nvSpPr>
        <p:spPr>
          <a:xfrm>
            <a:off x="81997" y="54927"/>
            <a:ext cx="6858952" cy="402431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br>
              <a:rPr b="1" i="0" lang="en" sz="2100" u="none" cap="none" strike="noStrike">
                <a:solidFill>
                  <a:srgbClr val="000008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" sz="2100" u="none" cap="none" strike="noStrike">
                <a:solidFill>
                  <a:srgbClr val="000008"/>
                </a:solidFill>
                <a:latin typeface="Verdana"/>
                <a:ea typeface="Verdana"/>
                <a:cs typeface="Verdana"/>
                <a:sym typeface="Verdana"/>
              </a:rPr>
              <a:t> Inquiry</a:t>
            </a:r>
            <a:endParaRPr b="1" i="0" sz="2100" u="none" cap="none" strike="noStrike">
              <a:solidFill>
                <a:srgbClr val="00000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230" name="Google Shape;230;p9"/>
          <p:cNvGraphicFramePr/>
          <p:nvPr/>
        </p:nvGraphicFramePr>
        <p:xfrm>
          <a:off x="457200" y="6962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{AA3C1261-8B94-40FB-B84D-ADB0F370ACA4}</a:tableStyleId>
              </a:tblPr>
              <a:tblGrid>
                <a:gridCol w="342900"/>
                <a:gridCol w="685800"/>
                <a:gridCol w="685800"/>
                <a:gridCol w="2057400"/>
                <a:gridCol w="1440175"/>
                <a:gridCol w="1371600"/>
                <a:gridCol w="685800"/>
                <a:gridCol w="1028700"/>
              </a:tblGrid>
              <a:tr h="1600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No</a:t>
                      </a:r>
                      <a:endParaRPr sz="1100" u="none" cap="none" strike="noStrike"/>
                    </a:p>
                  </a:txBody>
                  <a:tcPr marT="6875" marB="6875" marR="6875" marL="68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Open date</a:t>
                      </a:r>
                      <a:endParaRPr sz="1100" u="none" cap="none" strike="noStrike"/>
                    </a:p>
                  </a:txBody>
                  <a:tcPr marT="6875" marB="6875" marR="6875" marL="68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App</a:t>
                      </a:r>
                      <a:endParaRPr sz="1100" u="none" cap="none" strike="noStrike"/>
                    </a:p>
                  </a:txBody>
                  <a:tcPr marT="6875" marB="6875" marR="6875" marL="68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Short description</a:t>
                      </a:r>
                      <a:endParaRPr sz="1100" u="none" cap="none" strike="noStrike"/>
                    </a:p>
                  </a:txBody>
                  <a:tcPr marT="6875" marB="6875" marR="6875" marL="68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Route Cause</a:t>
                      </a:r>
                      <a:endParaRPr sz="1100" u="none" cap="none" strike="noStrike"/>
                    </a:p>
                  </a:txBody>
                  <a:tcPr marT="6875" marB="6875" marR="6875" marL="68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Countermeasure</a:t>
                      </a:r>
                      <a:endParaRPr sz="1100" u="none" cap="none" strike="noStrike"/>
                    </a:p>
                  </a:txBody>
                  <a:tcPr marT="6875" marB="6875" marR="6875" marL="68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Current Status/CM</a:t>
                      </a:r>
                      <a:endParaRPr sz="1100" u="none" cap="none" strike="noStrike"/>
                    </a:p>
                  </a:txBody>
                  <a:tcPr marT="6875" marB="6875" marR="6875" marL="68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Plan Date</a:t>
                      </a:r>
                      <a:endParaRPr sz="1100" u="none" cap="none" strike="noStrike"/>
                    </a:p>
                  </a:txBody>
                  <a:tcPr marT="6875" marB="6875" marR="6875" marL="68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</a:tr>
              <a:tr h="160000">
                <a:tc vMerge="1"/>
                <a:tc vMerge="1"/>
                <a:tc vMerge="1"/>
                <a:tc vMerge="1"/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Actual Date</a:t>
                      </a:r>
                      <a:endParaRPr sz="1100" u="none" cap="none" strike="noStrike"/>
                    </a:p>
                  </a:txBody>
                  <a:tcPr marT="6875" marB="6875" marR="6875" marL="68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</a:tr>
              <a:tr h="274300">
                <a:tc grid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Carry over incident from last month (Closed)</a:t>
                      </a:r>
                      <a:endParaRPr sz="1100" u="none" cap="none" strike="noStrike"/>
                    </a:p>
                  </a:txBody>
                  <a:tcPr marT="6875" marB="6875" marR="6875" marL="68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429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-</a:t>
                      </a:r>
                      <a:endParaRPr sz="1100" u="none" cap="none" strike="noStrike"/>
                    </a:p>
                  </a:txBody>
                  <a:tcPr marT="5725" marB="34300" marR="34300" marL="34300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Tahoma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-</a:t>
                      </a:r>
                      <a:endParaRPr sz="1100" u="none" cap="none" strike="noStrike"/>
                    </a:p>
                  </a:txBody>
                  <a:tcPr marT="5725" marB="34300" marR="34300" marL="34300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-</a:t>
                      </a:r>
                      <a:endParaRPr sz="1100" u="none" cap="none" strike="noStrike"/>
                    </a:p>
                  </a:txBody>
                  <a:tcPr marT="5725" marB="34300" marR="34300" marL="34300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Tahoma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-</a:t>
                      </a:r>
                      <a:endParaRPr sz="1100" u="none" cap="none" strike="noStrike"/>
                    </a:p>
                  </a:txBody>
                  <a:tcPr marT="5725" marB="34300" marR="34300" marL="34300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Tahoma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-</a:t>
                      </a:r>
                      <a:endParaRPr sz="1100" u="none" cap="none" strike="noStrike"/>
                    </a:p>
                  </a:txBody>
                  <a:tcPr marT="0" marB="34300" marR="34300" marL="34300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Tahoma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-</a:t>
                      </a:r>
                      <a:endParaRPr sz="1100" u="none" cap="none" strike="noStrike"/>
                    </a:p>
                  </a:txBody>
                  <a:tcPr marT="0" marB="34300" marR="34300" marL="34300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-</a:t>
                      </a:r>
                      <a:endParaRPr sz="1100" u="none" cap="none" strike="noStrike"/>
                    </a:p>
                  </a:txBody>
                  <a:tcPr marT="5725" marB="34300" marR="34300" marL="34300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-</a:t>
                      </a:r>
                      <a:endParaRPr sz="1100" u="none" cap="none" strike="noStrike"/>
                    </a:p>
                  </a:txBody>
                  <a:tcPr marT="5725" marB="34300" marR="34300" marL="34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42900">
                <a:tc vMerge="1"/>
                <a:tc vMerge="1"/>
                <a:tc vMerge="1"/>
                <a:tc vMerge="1"/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-</a:t>
                      </a:r>
                      <a:endParaRPr sz="1100" u="none" cap="none" strike="noStrike"/>
                    </a:p>
                  </a:txBody>
                  <a:tcPr marT="5725" marB="34300" marR="34300" marL="34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1" name="Google Shape;231;p9"/>
          <p:cNvGraphicFramePr/>
          <p:nvPr/>
        </p:nvGraphicFramePr>
        <p:xfrm>
          <a:off x="457200" y="21929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{AA3C1261-8B94-40FB-B84D-ADB0F370ACA4}</a:tableStyleId>
              </a:tblPr>
              <a:tblGrid>
                <a:gridCol w="342900"/>
                <a:gridCol w="685800"/>
                <a:gridCol w="685800"/>
                <a:gridCol w="2057400"/>
                <a:gridCol w="1440175"/>
                <a:gridCol w="1371600"/>
                <a:gridCol w="685800"/>
                <a:gridCol w="1028700"/>
              </a:tblGrid>
              <a:tr h="1600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No</a:t>
                      </a:r>
                      <a:endParaRPr sz="1100" u="none" cap="none" strike="noStrike"/>
                    </a:p>
                  </a:txBody>
                  <a:tcPr marT="5175" marB="0" marR="5175" marL="51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Open date</a:t>
                      </a:r>
                      <a:endParaRPr sz="1100" u="none" cap="none" strike="noStrike"/>
                    </a:p>
                  </a:txBody>
                  <a:tcPr marT="5175" marB="0" marR="5175" marL="51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App</a:t>
                      </a:r>
                      <a:endParaRPr sz="1100" u="none" cap="none" strike="noStrike"/>
                    </a:p>
                  </a:txBody>
                  <a:tcPr marT="5175" marB="0" marR="5175" marL="51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Short description</a:t>
                      </a:r>
                      <a:endParaRPr sz="1100" u="none" cap="none" strike="noStrike"/>
                    </a:p>
                  </a:txBody>
                  <a:tcPr marT="5175" marB="0" marR="5175" marL="51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Route Cause</a:t>
                      </a:r>
                      <a:endParaRPr sz="1100" u="none" cap="none" strike="noStrike"/>
                    </a:p>
                  </a:txBody>
                  <a:tcPr marT="5175" marB="0" marR="5175" marL="51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Countermeasure</a:t>
                      </a:r>
                      <a:endParaRPr sz="1100" u="none" cap="none" strike="noStrike"/>
                    </a:p>
                  </a:txBody>
                  <a:tcPr marT="5175" marB="0" marR="5175" marL="51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Current Status/CM</a:t>
                      </a:r>
                      <a:endParaRPr sz="1100" u="none" cap="none" strike="noStrike"/>
                    </a:p>
                  </a:txBody>
                  <a:tcPr marT="5175" marB="0" marR="5175" marL="51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Plan Date</a:t>
                      </a:r>
                      <a:endParaRPr sz="1100" u="none" cap="none" strike="noStrike"/>
                    </a:p>
                  </a:txBody>
                  <a:tcPr marT="5175" marB="0" marR="5175" marL="51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</a:tr>
              <a:tr h="160000">
                <a:tc vMerge="1"/>
                <a:tc vMerge="1"/>
                <a:tc vMerge="1"/>
                <a:tc vMerge="1"/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Actual Date</a:t>
                      </a:r>
                      <a:endParaRPr sz="1100" u="none" cap="none" strike="noStrike"/>
                    </a:p>
                  </a:txBody>
                  <a:tcPr marT="5175" marB="0" marR="5175" marL="51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</a:tr>
              <a:tr h="274300">
                <a:tc grid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Carry over incident to next month (Opened)</a:t>
                      </a:r>
                      <a:endParaRPr sz="1100" u="none" cap="none" strike="noStrike"/>
                    </a:p>
                  </a:txBody>
                  <a:tcPr marT="5725" marB="0" marR="5725" marL="572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429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-</a:t>
                      </a:r>
                      <a:endParaRPr sz="1100" u="none" cap="none" strike="noStrike"/>
                    </a:p>
                  </a:txBody>
                  <a:tcPr marT="5725" marB="34300" marR="34300" marL="34300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Tahoma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-</a:t>
                      </a:r>
                      <a:endParaRPr sz="1100" u="none" cap="none" strike="noStrike"/>
                    </a:p>
                  </a:txBody>
                  <a:tcPr marT="5725" marB="34300" marR="34300" marL="34300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-</a:t>
                      </a:r>
                      <a:endParaRPr sz="1100" u="none" cap="none" strike="noStrike"/>
                    </a:p>
                  </a:txBody>
                  <a:tcPr marT="5725" marB="34300" marR="34300" marL="34300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Tahoma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-</a:t>
                      </a:r>
                      <a:endParaRPr sz="1100" u="none" cap="none" strike="noStrike"/>
                    </a:p>
                  </a:txBody>
                  <a:tcPr marT="5725" marB="34300" marR="34300" marL="34300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Tahoma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-</a:t>
                      </a:r>
                      <a:endParaRPr sz="1100" u="none" cap="none" strike="noStrike"/>
                    </a:p>
                  </a:txBody>
                  <a:tcPr marT="0" marB="34300" marR="34300" marL="34300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Tahoma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-</a:t>
                      </a:r>
                      <a:endParaRPr sz="1100" u="none" cap="none" strike="noStrike"/>
                    </a:p>
                  </a:txBody>
                  <a:tcPr marT="0" marB="34300" marR="34300" marL="34300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100" u="none" cap="none" strike="noStrike"/>
                    </a:p>
                  </a:txBody>
                  <a:tcPr marT="5725" marB="34300" marR="34300" marL="34300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100" u="none" cap="none" strike="noStrike"/>
                    </a:p>
                  </a:txBody>
                  <a:tcPr marT="5725" marB="34300" marR="34300" marL="34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42900">
                <a:tc vMerge="1"/>
                <a:tc vMerge="1"/>
                <a:tc vMerge="1"/>
                <a:tc vMerge="1"/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100" u="none" cap="none" strike="noStrike"/>
                    </a:p>
                  </a:txBody>
                  <a:tcPr marT="5725" marB="34300" marR="34300" marL="34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"/>
          <p:cNvSpPr txBox="1"/>
          <p:nvPr>
            <p:ph idx="1" type="body"/>
          </p:nvPr>
        </p:nvSpPr>
        <p:spPr>
          <a:xfrm>
            <a:off x="287338" y="141686"/>
            <a:ext cx="8569325" cy="382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dana"/>
              <a:buNone/>
            </a:pPr>
            <a:r>
              <a:rPr b="1" lang="en">
                <a:latin typeface="Verdana"/>
                <a:ea typeface="Verdana"/>
                <a:cs typeface="Verdana"/>
                <a:sym typeface="Verdana"/>
              </a:rPr>
              <a:t>Event summary – Service Request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dana"/>
              <a:buNone/>
            </a:pPr>
            <a:r>
              <a:t/>
            </a:r>
            <a:endParaRPr/>
          </a:p>
        </p:txBody>
      </p:sp>
      <p:pic>
        <p:nvPicPr>
          <p:cNvPr id="237" name="Google Shape;237;p10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76276"/>
            <a:ext cx="4270815" cy="281521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8" name="Google Shape;238;p10"/>
          <p:cNvGraphicFramePr/>
          <p:nvPr/>
        </p:nvGraphicFramePr>
        <p:xfrm>
          <a:off x="996100" y="3911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{9FBA8F56-2D78-411B-95CE-9E04CA0D3CAA}</a:tableStyleId>
              </a:tblPr>
              <a:tblGrid>
                <a:gridCol w="571500"/>
                <a:gridCol w="485775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219075"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FY25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38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Apr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38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May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38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Jun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38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July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38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Aug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38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Sep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38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Oct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38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Nov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38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Dec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38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Jan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38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Feb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38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Mar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38:0:12"/>
                      </a:ext>
                    </a:extLst>
                  </a:tcPr>
                </a:tc>
              </a:tr>
              <a:tr h="2095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38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6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38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38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38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38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38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38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38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38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38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38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38:1:12"/>
                      </a:ext>
                    </a:extLst>
                  </a:tcPr>
                </a:tc>
              </a:tr>
            </a:tbl>
          </a:graphicData>
        </a:graphic>
      </p:graphicFrame>
      <p:pic>
        <p:nvPicPr>
          <p:cNvPr id="239" name="Google Shape;239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0" y="676276"/>
            <a:ext cx="4415985" cy="27465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11" title="Chart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1749" y="1167498"/>
            <a:ext cx="4430201" cy="2741549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1"/>
          <p:cNvSpPr txBox="1"/>
          <p:nvPr>
            <p:ph idx="1" type="body"/>
          </p:nvPr>
        </p:nvSpPr>
        <p:spPr>
          <a:xfrm>
            <a:off x="287337" y="124900"/>
            <a:ext cx="8569325" cy="382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None/>
            </a:pPr>
            <a:r>
              <a:rPr b="1" lang="en" sz="1800">
                <a:solidFill>
                  <a:srgbClr val="000000"/>
                </a:solidFill>
              </a:rPr>
              <a:t>Event summary – Top 5 Service Request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dana"/>
              <a:buNone/>
            </a:pPr>
            <a:r>
              <a:t/>
            </a:r>
            <a:endParaRPr/>
          </a:p>
        </p:txBody>
      </p:sp>
      <p:graphicFrame>
        <p:nvGraphicFramePr>
          <p:cNvPr id="247" name="Google Shape;247;p11"/>
          <p:cNvGraphicFramePr/>
          <p:nvPr/>
        </p:nvGraphicFramePr>
        <p:xfrm>
          <a:off x="5066097" y="23704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{CF4BE565-40B8-43D9-BD93-BC97AF3B1A32}</a:tableStyleId>
              </a:tblPr>
              <a:tblGrid>
                <a:gridCol w="376100"/>
                <a:gridCol w="2391900"/>
                <a:gridCol w="384800"/>
              </a:tblGrid>
              <a:tr h="18587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Operation</a:t>
                      </a:r>
                      <a:endParaRPr sz="1100" u="none" cap="none" strike="noStrike"/>
                    </a:p>
                  </a:txBody>
                  <a:tcPr marT="34300" marB="34300" marR="68600" marL="68600" anchor="ctr">
                    <a:solidFill>
                      <a:srgbClr val="5693B9"/>
                    </a:solidFill>
                  </a:tcPr>
                </a:tc>
                <a:tc hMerge="1"/>
                <a:tc hMerge="1"/>
              </a:tr>
              <a:tr h="265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Request </a:t>
                      </a:r>
                      <a:r>
                        <a:rPr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setup interest in CMS</a:t>
                      </a:r>
                      <a:endParaRPr sz="1100" u="none" cap="none" strike="noStrike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0" marB="0" marR="0" marL="0" anchor="ctr"/>
                </a:tc>
              </a:tr>
              <a:tr h="18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Request </a:t>
                      </a:r>
                      <a:r>
                        <a:rPr lang="en" sz="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Update Brochure for Nissan Kicks</a:t>
                      </a:r>
                      <a:endParaRPr sz="1100" u="none" cap="none" strike="noStrike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0" marB="0" marR="0" marL="0" anchor="ctr"/>
                </a:tc>
              </a:tr>
              <a:tr h="18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Request </a:t>
                      </a:r>
                      <a:r>
                        <a:rPr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setup campaign </a:t>
                      </a:r>
                      <a:endParaRPr sz="1100" u="none" cap="none" strike="noStrike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0" marB="0" marR="0" marL="0" anchor="ctr"/>
                </a:tc>
              </a:tr>
              <a:tr h="18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Request </a:t>
                      </a:r>
                      <a:r>
                        <a:rPr lang="en" sz="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edit License Plate</a:t>
                      </a:r>
                      <a:endParaRPr sz="1100" u="none" cap="none" strike="noStrike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0" marB="0" marR="0" marL="0" anchor="ctr"/>
                </a:tc>
              </a:tr>
              <a:tr h="18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Request </a:t>
                      </a:r>
                      <a:r>
                        <a:rPr lang="en" sz="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update Dealer Service</a:t>
                      </a:r>
                      <a:endParaRPr sz="1100" u="none" cap="none" strike="noStrike"/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grpSp>
        <p:nvGrpSpPr>
          <p:cNvPr id="248" name="Google Shape;248;p11"/>
          <p:cNvGrpSpPr/>
          <p:nvPr/>
        </p:nvGrpSpPr>
        <p:grpSpPr>
          <a:xfrm flipH="1" rot="10800000">
            <a:off x="4487454" y="2386131"/>
            <a:ext cx="578678" cy="1217657"/>
            <a:chOff x="7110368" y="1634659"/>
            <a:chExt cx="802160" cy="928446"/>
          </a:xfrm>
        </p:grpSpPr>
        <p:cxnSp>
          <p:nvCxnSpPr>
            <p:cNvPr id="249" name="Google Shape;249;p11"/>
            <p:cNvCxnSpPr/>
            <p:nvPr/>
          </p:nvCxnSpPr>
          <p:spPr>
            <a:xfrm>
              <a:off x="7893884" y="1634659"/>
              <a:ext cx="18644" cy="928446"/>
            </a:xfrm>
            <a:prstGeom prst="straightConnector1">
              <a:avLst/>
            </a:prstGeom>
            <a:noFill/>
            <a:ln cap="flat" cmpd="sng" w="19050">
              <a:solidFill>
                <a:srgbClr val="5693B9"/>
              </a:solidFill>
              <a:prstDash val="solid"/>
              <a:miter lim="80"/>
              <a:headEnd len="sm" w="sm" type="none"/>
              <a:tailEnd len="sm" w="sm" type="none"/>
            </a:ln>
          </p:spPr>
        </p:cxnSp>
        <p:sp>
          <p:nvSpPr>
            <p:cNvPr id="250" name="Google Shape;250;p11"/>
            <p:cNvSpPr/>
            <p:nvPr/>
          </p:nvSpPr>
          <p:spPr>
            <a:xfrm rot="10800000">
              <a:off x="7110368" y="2353669"/>
              <a:ext cx="802158" cy="149696"/>
            </a:xfrm>
            <a:custGeom>
              <a:rect b="b" l="l" r="r" t="t"/>
              <a:pathLst>
                <a:path extrusionOk="0" h="835152" w="938784">
                  <a:moveTo>
                    <a:pt x="0" y="0"/>
                  </a:moveTo>
                  <a:cubicBezTo>
                    <a:pt x="196088" y="30988"/>
                    <a:pt x="392176" y="61976"/>
                    <a:pt x="548640" y="201168"/>
                  </a:cubicBezTo>
                  <a:cubicBezTo>
                    <a:pt x="705104" y="340360"/>
                    <a:pt x="863600" y="719328"/>
                    <a:pt x="938784" y="835152"/>
                  </a:cubicBezTo>
                </a:path>
              </a:pathLst>
            </a:custGeom>
            <a:noFill/>
            <a:ln cap="flat" cmpd="sng" w="19050">
              <a:solidFill>
                <a:srgbClr val="5693B9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"/>
          <p:cNvSpPr txBox="1"/>
          <p:nvPr/>
        </p:nvSpPr>
        <p:spPr>
          <a:xfrm>
            <a:off x="144118" y="137305"/>
            <a:ext cx="4114800" cy="301823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25" spcFirstLastPara="1" rIns="51425" wrap="square" tIns="2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8"/>
              </a:buClr>
              <a:buSzPts val="2100"/>
              <a:buFont typeface="Verdana"/>
              <a:buNone/>
            </a:pPr>
            <a:r>
              <a:rPr b="1" i="0" lang="en" sz="2100" u="none" cap="none" strike="noStrike">
                <a:solidFill>
                  <a:srgbClr val="000008"/>
                </a:solidFill>
                <a:latin typeface="Verdana"/>
                <a:ea typeface="Verdana"/>
                <a:cs typeface="Verdana"/>
                <a:sym typeface="Verdana"/>
              </a:rPr>
              <a:t>Service Request </a:t>
            </a:r>
            <a:endParaRPr b="1" i="0" sz="2100" u="none" cap="none" strike="noStrike">
              <a:solidFill>
                <a:srgbClr val="00000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256" name="Google Shape;256;p12"/>
          <p:cNvGraphicFramePr/>
          <p:nvPr/>
        </p:nvGraphicFramePr>
        <p:xfrm>
          <a:off x="457200" y="6962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{AA3C1261-8B94-40FB-B84D-ADB0F370ACA4}</a:tableStyleId>
              </a:tblPr>
              <a:tblGrid>
                <a:gridCol w="342900"/>
                <a:gridCol w="685800"/>
                <a:gridCol w="685800"/>
                <a:gridCol w="2057400"/>
                <a:gridCol w="1440175"/>
                <a:gridCol w="1371600"/>
                <a:gridCol w="685800"/>
                <a:gridCol w="1028700"/>
              </a:tblGrid>
              <a:tr h="1600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No</a:t>
                      </a:r>
                      <a:endParaRPr sz="1100" u="none" cap="none" strike="noStrike"/>
                    </a:p>
                  </a:txBody>
                  <a:tcPr marT="6875" marB="6875" marR="6875" marL="68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Open date</a:t>
                      </a:r>
                      <a:endParaRPr sz="1100" u="none" cap="none" strike="noStrike"/>
                    </a:p>
                  </a:txBody>
                  <a:tcPr marT="6875" marB="6875" marR="6875" marL="68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App</a:t>
                      </a:r>
                      <a:endParaRPr sz="1100" u="none" cap="none" strike="noStrike"/>
                    </a:p>
                  </a:txBody>
                  <a:tcPr marT="6875" marB="6875" marR="6875" marL="68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Short description</a:t>
                      </a:r>
                      <a:endParaRPr sz="1100" u="none" cap="none" strike="noStrike"/>
                    </a:p>
                  </a:txBody>
                  <a:tcPr marT="6875" marB="6875" marR="6875" marL="68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Route Cause</a:t>
                      </a:r>
                      <a:endParaRPr sz="1100" u="none" cap="none" strike="noStrike"/>
                    </a:p>
                  </a:txBody>
                  <a:tcPr marT="6875" marB="6875" marR="6875" marL="68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Countermeasure</a:t>
                      </a:r>
                      <a:endParaRPr sz="1100" u="none" cap="none" strike="noStrike"/>
                    </a:p>
                  </a:txBody>
                  <a:tcPr marT="6875" marB="6875" marR="6875" marL="68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Current Status/CM</a:t>
                      </a:r>
                      <a:endParaRPr sz="1100" u="none" cap="none" strike="noStrike"/>
                    </a:p>
                  </a:txBody>
                  <a:tcPr marT="6875" marB="6875" marR="6875" marL="68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Plan Date</a:t>
                      </a:r>
                      <a:endParaRPr sz="1100" u="none" cap="none" strike="noStrike"/>
                    </a:p>
                  </a:txBody>
                  <a:tcPr marT="6875" marB="6875" marR="6875" marL="68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</a:tr>
              <a:tr h="160000">
                <a:tc vMerge="1"/>
                <a:tc vMerge="1"/>
                <a:tc vMerge="1"/>
                <a:tc vMerge="1"/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Actual Date</a:t>
                      </a:r>
                      <a:endParaRPr sz="1100" u="none" cap="none" strike="noStrike"/>
                    </a:p>
                  </a:txBody>
                  <a:tcPr marT="6875" marB="6875" marR="6875" marL="68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</a:tr>
              <a:tr h="274300">
                <a:tc grid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Carry over incident from last month (Closed)</a:t>
                      </a:r>
                      <a:endParaRPr sz="1100" u="none" cap="none" strike="noStrike"/>
                    </a:p>
                  </a:txBody>
                  <a:tcPr marT="6875" marB="6875" marR="6875" marL="68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429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-</a:t>
                      </a:r>
                      <a:endParaRPr sz="1100" u="none" cap="none" strike="noStrike"/>
                    </a:p>
                  </a:txBody>
                  <a:tcPr marT="5725" marB="34300" marR="34300" marL="34300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Tahoma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-</a:t>
                      </a:r>
                      <a:endParaRPr sz="1100" u="none" cap="none" strike="noStrike"/>
                    </a:p>
                  </a:txBody>
                  <a:tcPr marT="5725" marB="34300" marR="34300" marL="34300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-</a:t>
                      </a:r>
                      <a:endParaRPr sz="1100" u="none" cap="none" strike="noStrike"/>
                    </a:p>
                  </a:txBody>
                  <a:tcPr marT="5725" marB="34300" marR="34300" marL="34300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Tahoma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-</a:t>
                      </a:r>
                      <a:endParaRPr sz="1100" u="none" cap="none" strike="noStrike"/>
                    </a:p>
                  </a:txBody>
                  <a:tcPr marT="5725" marB="34300" marR="34300" marL="34300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Tahoma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-</a:t>
                      </a:r>
                      <a:endParaRPr sz="1100" u="none" cap="none" strike="noStrike"/>
                    </a:p>
                  </a:txBody>
                  <a:tcPr marT="0" marB="34300" marR="34300" marL="34300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Tahoma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-</a:t>
                      </a:r>
                      <a:endParaRPr sz="1100" u="none" cap="none" strike="noStrike"/>
                    </a:p>
                  </a:txBody>
                  <a:tcPr marT="0" marB="34300" marR="34300" marL="34300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-</a:t>
                      </a:r>
                      <a:endParaRPr sz="1100" u="none" cap="none" strike="noStrike"/>
                    </a:p>
                  </a:txBody>
                  <a:tcPr marT="5725" marB="34300" marR="34300" marL="34300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-</a:t>
                      </a:r>
                      <a:endParaRPr sz="1100" u="none" cap="none" strike="noStrike"/>
                    </a:p>
                  </a:txBody>
                  <a:tcPr marT="5725" marB="34300" marR="34300" marL="34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42900">
                <a:tc vMerge="1"/>
                <a:tc vMerge="1"/>
                <a:tc vMerge="1"/>
                <a:tc vMerge="1"/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-</a:t>
                      </a:r>
                      <a:endParaRPr sz="1100" u="none" cap="none" strike="noStrike"/>
                    </a:p>
                  </a:txBody>
                  <a:tcPr marT="5725" marB="34300" marR="34300" marL="34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7" name="Google Shape;257;p12"/>
          <p:cNvGraphicFramePr/>
          <p:nvPr/>
        </p:nvGraphicFramePr>
        <p:xfrm>
          <a:off x="457200" y="21929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{AA3C1261-8B94-40FB-B84D-ADB0F370ACA4}</a:tableStyleId>
              </a:tblPr>
              <a:tblGrid>
                <a:gridCol w="342900"/>
                <a:gridCol w="685800"/>
                <a:gridCol w="685800"/>
                <a:gridCol w="2057400"/>
                <a:gridCol w="1440175"/>
                <a:gridCol w="1371600"/>
                <a:gridCol w="685800"/>
                <a:gridCol w="1028700"/>
              </a:tblGrid>
              <a:tr h="1600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No</a:t>
                      </a:r>
                      <a:endParaRPr sz="1100" u="none" cap="none" strike="noStrike"/>
                    </a:p>
                  </a:txBody>
                  <a:tcPr marT="5175" marB="0" marR="5175" marL="51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Open date</a:t>
                      </a:r>
                      <a:endParaRPr sz="1100" u="none" cap="none" strike="noStrike"/>
                    </a:p>
                  </a:txBody>
                  <a:tcPr marT="5175" marB="0" marR="5175" marL="51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App</a:t>
                      </a:r>
                      <a:endParaRPr sz="1100" u="none" cap="none" strike="noStrike"/>
                    </a:p>
                  </a:txBody>
                  <a:tcPr marT="5175" marB="0" marR="5175" marL="51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Short description</a:t>
                      </a:r>
                      <a:endParaRPr sz="1100" u="none" cap="none" strike="noStrike"/>
                    </a:p>
                  </a:txBody>
                  <a:tcPr marT="5175" marB="0" marR="5175" marL="51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Route Cause</a:t>
                      </a:r>
                      <a:endParaRPr sz="1100" u="none" cap="none" strike="noStrike"/>
                    </a:p>
                  </a:txBody>
                  <a:tcPr marT="5175" marB="0" marR="5175" marL="51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Countermeasure</a:t>
                      </a:r>
                      <a:endParaRPr sz="1100" u="none" cap="none" strike="noStrike"/>
                    </a:p>
                  </a:txBody>
                  <a:tcPr marT="5175" marB="0" marR="5175" marL="51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Current Status/CM</a:t>
                      </a:r>
                      <a:endParaRPr sz="1100" u="none" cap="none" strike="noStrike"/>
                    </a:p>
                  </a:txBody>
                  <a:tcPr marT="5175" marB="0" marR="5175" marL="51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Plan Date</a:t>
                      </a:r>
                      <a:endParaRPr sz="1100" u="none" cap="none" strike="noStrike"/>
                    </a:p>
                  </a:txBody>
                  <a:tcPr marT="5175" marB="0" marR="5175" marL="51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</a:tr>
              <a:tr h="160000">
                <a:tc vMerge="1"/>
                <a:tc vMerge="1"/>
                <a:tc vMerge="1"/>
                <a:tc vMerge="1"/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Actual Date</a:t>
                      </a:r>
                      <a:endParaRPr sz="1100" u="none" cap="none" strike="noStrike"/>
                    </a:p>
                  </a:txBody>
                  <a:tcPr marT="5175" marB="0" marR="5175" marL="51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</a:tr>
              <a:tr h="274300">
                <a:tc grid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Carry over incident to next month (Opened)</a:t>
                      </a:r>
                      <a:endParaRPr sz="1100" u="none" cap="none" strike="noStrike"/>
                    </a:p>
                  </a:txBody>
                  <a:tcPr marT="5725" marB="0" marR="5725" marL="572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429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-</a:t>
                      </a:r>
                      <a:endParaRPr sz="1100" u="none" cap="none" strike="noStrike"/>
                    </a:p>
                  </a:txBody>
                  <a:tcPr marT="5725" marB="34300" marR="34300" marL="34300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Tahoma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-</a:t>
                      </a:r>
                      <a:endParaRPr sz="1100" u="none" cap="none" strike="noStrike"/>
                    </a:p>
                  </a:txBody>
                  <a:tcPr marT="5725" marB="34300" marR="34300" marL="34300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-</a:t>
                      </a:r>
                      <a:endParaRPr sz="1100" u="none" cap="none" strike="noStrike"/>
                    </a:p>
                  </a:txBody>
                  <a:tcPr marT="5725" marB="34300" marR="34300" marL="34300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Tahoma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-</a:t>
                      </a:r>
                      <a:endParaRPr sz="1100" u="none" cap="none" strike="noStrike"/>
                    </a:p>
                  </a:txBody>
                  <a:tcPr marT="5725" marB="34300" marR="34300" marL="34300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Tahoma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-</a:t>
                      </a:r>
                      <a:endParaRPr sz="1100" u="none" cap="none" strike="noStrike"/>
                    </a:p>
                  </a:txBody>
                  <a:tcPr marT="0" marB="34300" marR="34300" marL="34300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Tahoma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-</a:t>
                      </a:r>
                      <a:endParaRPr sz="1100" u="none" cap="none" strike="noStrike"/>
                    </a:p>
                  </a:txBody>
                  <a:tcPr marT="0" marB="34300" marR="34300" marL="34300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100" u="none" cap="none" strike="noStrike"/>
                    </a:p>
                  </a:txBody>
                  <a:tcPr marT="5725" marB="34300" marR="34300" marL="34300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100" u="none" cap="none" strike="noStrike"/>
                    </a:p>
                  </a:txBody>
                  <a:tcPr marT="5725" marB="34300" marR="34300" marL="34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42900">
                <a:tc vMerge="1"/>
                <a:tc vMerge="1"/>
                <a:tc vMerge="1"/>
                <a:tc vMerge="1"/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 sz="1100" u="none" cap="none" strike="noStrike"/>
                    </a:p>
                  </a:txBody>
                  <a:tcPr marT="5725" marB="34300" marR="34300" marL="343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"/>
          <p:cNvSpPr txBox="1"/>
          <p:nvPr>
            <p:ph idx="1" type="body"/>
          </p:nvPr>
        </p:nvSpPr>
        <p:spPr>
          <a:xfrm>
            <a:off x="287338" y="141686"/>
            <a:ext cx="8569325" cy="382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dana"/>
              <a:buNone/>
            </a:pPr>
            <a:r>
              <a:rPr b="1" lang="en" sz="2100">
                <a:latin typeface="Verdana"/>
                <a:ea typeface="Verdana"/>
                <a:cs typeface="Verdana"/>
                <a:sym typeface="Verdana"/>
              </a:rPr>
              <a:t>Event summary – Failure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dana"/>
              <a:buNone/>
            </a:pPr>
            <a:r>
              <a:t/>
            </a:r>
            <a:endParaRPr/>
          </a:p>
        </p:txBody>
      </p:sp>
      <p:pic>
        <p:nvPicPr>
          <p:cNvPr id="263" name="Google Shape;263;p13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76276"/>
            <a:ext cx="4731474" cy="2925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7750" y="2380650"/>
            <a:ext cx="4228600" cy="382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5" name="Google Shape;265;p13"/>
          <p:cNvGraphicFramePr/>
          <p:nvPr/>
        </p:nvGraphicFramePr>
        <p:xfrm>
          <a:off x="214325" y="3874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{9FBA8F56-2D78-411B-95CE-9E04CA0D3CAA}</a:tableStyleId>
              </a:tblPr>
              <a:tblGrid>
                <a:gridCol w="1352550"/>
                <a:gridCol w="600075"/>
                <a:gridCol w="600075"/>
                <a:gridCol w="600075"/>
                <a:gridCol w="762000"/>
                <a:gridCol w="600075"/>
                <a:gridCol w="600075"/>
                <a:gridCol w="600075"/>
                <a:gridCol w="600075"/>
                <a:gridCol w="600075"/>
                <a:gridCol w="600075"/>
                <a:gridCol w="600075"/>
                <a:gridCol w="600075"/>
              </a:tblGrid>
              <a:tr h="219075"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FY25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65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Apr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65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May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65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Jun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65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Jul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65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Aug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65:0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Sep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65:0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Oct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65:0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Nov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65:0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Dec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65:0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Jan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65:0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Feb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65:0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Mar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5E99"/>
                    </a:solidFill>
                    <a:extLst>
                      <a:ext uri="http://customooxmlschemas.google.com/">
                        <go:slidesCustomData xmlns:go="http://customooxmlschemas.google.com/" cellId="265:0:12"/>
                      </a:ext>
                    </a:extLst>
                  </a:tcPr>
                </a:tc>
              </a:tr>
              <a:tr h="2095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65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</a:t>
                      </a:r>
                      <a:endParaRPr sz="1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65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65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65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65:1:5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65:1:6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65:1:7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65:1:8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65:1:9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65:1:1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65:1:1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265:1:12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"/>
          <p:cNvSpPr txBox="1"/>
          <p:nvPr>
            <p:ph idx="1" type="body"/>
          </p:nvPr>
        </p:nvSpPr>
        <p:spPr>
          <a:xfrm>
            <a:off x="287338" y="141686"/>
            <a:ext cx="8569325" cy="382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dana"/>
              <a:buNone/>
            </a:pPr>
            <a:r>
              <a:rPr lang="en"/>
              <a:t>Failure detail</a:t>
            </a:r>
            <a:endParaRPr/>
          </a:p>
        </p:txBody>
      </p:sp>
      <p:sp>
        <p:nvSpPr>
          <p:cNvPr id="272" name="Google Shape;272;p14"/>
          <p:cNvSpPr txBox="1"/>
          <p:nvPr>
            <p:ph idx="2" type="body"/>
          </p:nvPr>
        </p:nvSpPr>
        <p:spPr>
          <a:xfrm>
            <a:off x="134158" y="539573"/>
            <a:ext cx="6589682" cy="3039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Char char="■"/>
            </a:pPr>
            <a:r>
              <a:rPr lang="en" sz="1400"/>
              <a:t>There is no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failure</a:t>
            </a:r>
            <a:r>
              <a:rPr lang="en" sz="1400"/>
              <a:t> in this month</a:t>
            </a:r>
            <a:endParaRPr sz="1500"/>
          </a:p>
        </p:txBody>
      </p:sp>
      <p:graphicFrame>
        <p:nvGraphicFramePr>
          <p:cNvPr id="273" name="Google Shape;273;p14"/>
          <p:cNvGraphicFramePr/>
          <p:nvPr/>
        </p:nvGraphicFramePr>
        <p:xfrm>
          <a:off x="117087" y="8031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{B0A2E7B4-D8AA-44D1-8866-B14AE2FA8933}</a:tableStyleId>
              </a:tblPr>
              <a:tblGrid>
                <a:gridCol w="575625"/>
                <a:gridCol w="637300"/>
                <a:gridCol w="1711025"/>
                <a:gridCol w="2096025"/>
                <a:gridCol w="1892350"/>
                <a:gridCol w="653125"/>
                <a:gridCol w="661300"/>
                <a:gridCol w="652600"/>
              </a:tblGrid>
              <a:tr h="52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Impact level</a:t>
                      </a:r>
                      <a:endParaRPr b="1" i="0" sz="800" u="none" cap="none" strike="noStrik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4300" marB="34300" marR="34300" marL="34300" anchor="ctr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Sub</a:t>
                      </a:r>
                      <a:endParaRPr sz="8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Category</a:t>
                      </a:r>
                      <a:endParaRPr b="1" i="0" sz="800" u="none" cap="none" strike="noStrik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4300" marB="34300" marR="34300" marL="34300" anchor="ctr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Problem Title</a:t>
                      </a:r>
                      <a:endParaRPr b="1" i="0" sz="800" u="none" cap="none" strike="noStrik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4300" marB="34300" marR="34300" marL="34300" anchor="ctr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Cause</a:t>
                      </a:r>
                      <a:endParaRPr b="1" i="0" sz="800" u="none" cap="none" strike="noStrik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4300" marB="34300" marR="34300" marL="343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C/M</a:t>
                      </a:r>
                      <a:endParaRPr sz="800" u="none" cap="none" strike="noStrike"/>
                    </a:p>
                  </a:txBody>
                  <a:tcPr marT="34300" marB="34300" marR="34300" marL="343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Open date</a:t>
                      </a:r>
                      <a:endParaRPr b="1" i="0" sz="800" u="none" cap="none" strike="noStrik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4300" marB="34300" marR="34300" marL="34300" anchor="ctr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Status</a:t>
                      </a:r>
                      <a:endParaRPr b="1" i="0" sz="800" u="none" cap="none" strike="noStrik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4300" marB="34300" marR="34300" marL="3430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Close date</a:t>
                      </a:r>
                      <a:endParaRPr b="1" i="0" sz="800" u="none" cap="none" strike="noStrik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4300" marB="34300" marR="34300" marL="34300" anchor="ctr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060"/>
                    </a:solidFill>
                  </a:tcPr>
                </a:tc>
              </a:tr>
              <a:tr h="491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None/>
                      </a:pPr>
                      <a:r>
                        <a:rPr lang="en" sz="800"/>
                        <a:t>4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None/>
                      </a:pPr>
                      <a:r>
                        <a:rPr lang="en" sz="800" u="none" cap="none" strike="noStrike"/>
                        <a:t>Application Problem</a:t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/>
                        <a:t>Error screen when user selected Promotion type not equal Special Interest Rate</a:t>
                      </a:r>
                      <a:endParaRPr sz="800" u="none" cap="none" strike="noStrike"/>
                    </a:p>
                  </a:txBody>
                  <a:tcPr marT="91425" marB="91425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None/>
                      </a:pPr>
                      <a:r>
                        <a:rPr lang="en" sz="800">
                          <a:solidFill>
                            <a:srgbClr val="000000"/>
                          </a:solidFill>
                        </a:rPr>
                        <a:t>Incorrect Coding Logic 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7150" marB="0" marR="7150" marL="71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/>
                        <a:t>Temporary Solution</a:t>
                      </a:r>
                      <a:br>
                        <a:rPr lang="en" sz="800"/>
                      </a:br>
                      <a:r>
                        <a:rPr lang="en" sz="800"/>
                        <a:t>Setup default Special Interest to Avoid the Error</a:t>
                      </a:r>
                      <a:br>
                        <a:rPr lang="en" sz="800"/>
                      </a:br>
                      <a:br>
                        <a:rPr lang="en" sz="800"/>
                      </a:br>
                      <a:r>
                        <a:rPr lang="en" sz="800"/>
                        <a:t>Permanent Solution</a:t>
                      </a:r>
                      <a:br>
                        <a:rPr lang="en" sz="800"/>
                      </a:br>
                      <a:r>
                        <a:rPr lang="en" sz="800"/>
                        <a:t>Modify Coding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4300" marB="34300" marR="34300" marL="3430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None/>
                      </a:pPr>
                      <a:r>
                        <a:rPr lang="en" sz="800"/>
                        <a:t>13</a:t>
                      </a:r>
                      <a:r>
                        <a:rPr lang="en" sz="800" u="none" cap="none" strike="noStrike"/>
                        <a:t>/</a:t>
                      </a:r>
                      <a:r>
                        <a:rPr lang="en" sz="800"/>
                        <a:t>May</a:t>
                      </a:r>
                      <a:r>
                        <a:rPr lang="en" sz="800" u="none" cap="none" strike="noStrike"/>
                        <a:t>/26 11:56 AM</a:t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None/>
                      </a:pPr>
                      <a:br>
                        <a:rPr lang="en" sz="800"/>
                      </a:br>
                      <a:r>
                        <a:rPr lang="en" sz="800"/>
                        <a:t>Opened</a:t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491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/>
                        <a:t>4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Application Problem</a:t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/>
                        <a:t>The vehicle maintenance history is not being displayed on the MyNissan App.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>
                          <a:solidFill>
                            <a:srgbClr val="000000"/>
                          </a:solidFill>
                        </a:rPr>
                        <a:t>Under investigation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7150" marB="0" marR="7150" marL="71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/>
                        <a:t>Request more information from the customer for the phone number which links to the MyNissan App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4300" marB="34300" marR="34300" marL="3430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/>
                        <a:t>27</a:t>
                      </a:r>
                      <a:r>
                        <a:rPr lang="en" sz="800" u="none" cap="none" strike="noStrike"/>
                        <a:t>/</a:t>
                      </a:r>
                      <a:r>
                        <a:rPr lang="en" sz="800"/>
                        <a:t>May</a:t>
                      </a:r>
                      <a:r>
                        <a:rPr lang="en" sz="800" u="none" cap="none" strike="noStrike"/>
                        <a:t>/26 12:18 PM</a:t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None/>
                      </a:pPr>
                      <a:br>
                        <a:rPr lang="en" sz="800"/>
                      </a:br>
                      <a:r>
                        <a:rPr lang="en" sz="800"/>
                        <a:t>Opened</a:t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5"/>
          <p:cNvSpPr txBox="1"/>
          <p:nvPr>
            <p:ph idx="1" type="body"/>
          </p:nvPr>
        </p:nvSpPr>
        <p:spPr>
          <a:xfrm>
            <a:off x="287338" y="141686"/>
            <a:ext cx="8569325" cy="382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dana"/>
              <a:buNone/>
            </a:pPr>
            <a:r>
              <a:rPr lang="en"/>
              <a:t>Change request - Enhancement</a:t>
            </a:r>
            <a:endParaRPr/>
          </a:p>
        </p:txBody>
      </p:sp>
      <p:sp>
        <p:nvSpPr>
          <p:cNvPr id="279" name="Google Shape;279;p15"/>
          <p:cNvSpPr txBox="1"/>
          <p:nvPr>
            <p:ph idx="2" type="body"/>
          </p:nvPr>
        </p:nvSpPr>
        <p:spPr>
          <a:xfrm>
            <a:off x="303467" y="762001"/>
            <a:ext cx="8553196" cy="3039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■"/>
            </a:pPr>
            <a:r>
              <a:rPr lang="en" sz="1800"/>
              <a:t> There is no CR in this month</a:t>
            </a:r>
            <a:endParaRPr sz="1800"/>
          </a:p>
        </p:txBody>
      </p:sp>
      <p:graphicFrame>
        <p:nvGraphicFramePr>
          <p:cNvPr id="280" name="Google Shape;280;p15"/>
          <p:cNvGraphicFramePr/>
          <p:nvPr/>
        </p:nvGraphicFramePr>
        <p:xfrm>
          <a:off x="69857" y="13040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{AA3C1261-8B94-40FB-B84D-ADB0F370ACA4}</a:tableStyleId>
              </a:tblPr>
              <a:tblGrid>
                <a:gridCol w="372700"/>
                <a:gridCol w="1043325"/>
                <a:gridCol w="2240675"/>
                <a:gridCol w="941175"/>
                <a:gridCol w="1598975"/>
                <a:gridCol w="961425"/>
                <a:gridCol w="779250"/>
                <a:gridCol w="1082850"/>
              </a:tblGrid>
              <a:tr h="399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No</a:t>
                      </a:r>
                      <a:endParaRPr sz="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F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#</a:t>
                      </a:r>
                      <a:endParaRPr sz="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F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Change request</a:t>
                      </a:r>
                      <a:endParaRPr sz="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F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Module</a:t>
                      </a:r>
                      <a:endParaRPr sz="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F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Request by</a:t>
                      </a:r>
                      <a:endParaRPr sz="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F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Start</a:t>
                      </a:r>
                      <a:endParaRPr sz="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F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Deploy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Plan</a:t>
                      </a:r>
                      <a:endParaRPr sz="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F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Status</a:t>
                      </a:r>
                      <a:endParaRPr sz="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F66"/>
                    </a:solidFill>
                  </a:tcPr>
                </a:tc>
              </a:tr>
              <a:tr h="565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8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8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8575" marB="28575" marR="28575" marL="285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8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8575" marB="28575" marR="28575" marL="28575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8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8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8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8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8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6"/>
          <p:cNvSpPr txBox="1"/>
          <p:nvPr>
            <p:ph idx="1" type="body"/>
          </p:nvPr>
        </p:nvSpPr>
        <p:spPr>
          <a:xfrm>
            <a:off x="287338" y="141686"/>
            <a:ext cx="8569325" cy="382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dana"/>
              <a:buNone/>
            </a:pPr>
            <a:r>
              <a:rPr lang="en"/>
              <a:t>Problem management</a:t>
            </a:r>
            <a:endParaRPr/>
          </a:p>
        </p:txBody>
      </p:sp>
      <p:sp>
        <p:nvSpPr>
          <p:cNvPr id="286" name="Google Shape;286;p16"/>
          <p:cNvSpPr txBox="1"/>
          <p:nvPr>
            <p:ph idx="2" type="body"/>
          </p:nvPr>
        </p:nvSpPr>
        <p:spPr>
          <a:xfrm>
            <a:off x="303467" y="762001"/>
            <a:ext cx="8553196" cy="3039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■"/>
            </a:pPr>
            <a:r>
              <a:rPr lang="en"/>
              <a:t> </a:t>
            </a:r>
            <a:r>
              <a:rPr lang="en" sz="1800"/>
              <a:t>There is no problem to operate on this period</a:t>
            </a:r>
            <a:endParaRPr b="0" i="0" sz="2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/>
          </a:p>
        </p:txBody>
      </p:sp>
      <p:graphicFrame>
        <p:nvGraphicFramePr>
          <p:cNvPr id="287" name="Google Shape;287;p16"/>
          <p:cNvGraphicFramePr/>
          <p:nvPr/>
        </p:nvGraphicFramePr>
        <p:xfrm>
          <a:off x="321754" y="13040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{AA3C1261-8B94-40FB-B84D-ADB0F370ACA4}</a:tableStyleId>
              </a:tblPr>
              <a:tblGrid>
                <a:gridCol w="344575"/>
                <a:gridCol w="855375"/>
                <a:gridCol w="514800"/>
                <a:gridCol w="1299450"/>
                <a:gridCol w="1429400"/>
                <a:gridCol w="826325"/>
                <a:gridCol w="1358375"/>
                <a:gridCol w="999100"/>
                <a:gridCol w="925700"/>
              </a:tblGrid>
              <a:tr h="65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No</a:t>
                      </a:r>
                      <a:endParaRPr sz="1100" u="none" cap="none" strike="noStrike"/>
                    </a:p>
                  </a:txBody>
                  <a:tcPr marT="30075" marB="30075" marR="60150" marL="60150" anchor="ctr">
                    <a:lnL cap="flat" cmpd="sng" w="9525">
                      <a:solidFill>
                        <a:srgbClr val="00000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F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Problem ID</a:t>
                      </a:r>
                      <a:endParaRPr sz="1100" u="none" cap="none" strike="noStrike"/>
                    </a:p>
                  </a:txBody>
                  <a:tcPr marT="30075" marB="30075" marR="60150" marL="60150" anchor="ctr">
                    <a:lnL cap="flat" cmpd="sng" w="9525">
                      <a:solidFill>
                        <a:srgbClr val="00000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F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App</a:t>
                      </a:r>
                      <a:endParaRPr sz="1100" u="none" cap="none" strike="noStrike"/>
                    </a:p>
                  </a:txBody>
                  <a:tcPr marT="30075" marB="30075" marR="60150" marL="60150" anchor="ctr">
                    <a:lnL cap="flat" cmpd="sng" w="9525">
                      <a:solidFill>
                        <a:srgbClr val="00000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F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Short description</a:t>
                      </a:r>
                      <a:endParaRPr sz="1100" u="none" cap="none" strike="noStrike"/>
                    </a:p>
                  </a:txBody>
                  <a:tcPr marT="30075" marB="30075" marR="60150" marL="60150" anchor="ctr">
                    <a:lnL cap="flat" cmpd="sng" w="9525">
                      <a:solidFill>
                        <a:srgbClr val="00000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F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Route Cause</a:t>
                      </a:r>
                      <a:endParaRPr b="0" sz="800" u="none" cap="none" strike="noStrik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0075" marB="30075" marR="60150" marL="60150" anchor="ctr">
                    <a:lnL cap="flat" cmpd="sng" w="9525">
                      <a:solidFill>
                        <a:srgbClr val="00000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F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Verdana"/>
                        <a:buNone/>
                      </a:pPr>
                      <a:r>
                        <a:rPr b="0" lang="en" sz="8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Plan Date </a:t>
                      </a:r>
                      <a:endParaRPr b="0" sz="800" u="none" cap="none" strike="noStrik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Verdana"/>
                        <a:buNone/>
                      </a:pPr>
                      <a:r>
                        <a:rPr b="0" lang="en" sz="8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Route Cause</a:t>
                      </a:r>
                      <a:endParaRPr sz="1100" u="none" cap="none" strike="noStrike"/>
                    </a:p>
                  </a:txBody>
                  <a:tcPr marT="30075" marB="30075" marR="60150" marL="60150" anchor="ctr">
                    <a:lnL cap="flat" cmpd="sng" w="9525">
                      <a:solidFill>
                        <a:srgbClr val="00000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F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Permanent Countermeasure</a:t>
                      </a:r>
                      <a:endParaRPr b="0" sz="800" u="none" cap="none" strike="noStrik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0075" marB="30075" marR="60150" marL="60150" anchor="ctr">
                    <a:lnL cap="flat" cmpd="sng" w="9525">
                      <a:solidFill>
                        <a:srgbClr val="00000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F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Verdana"/>
                        <a:buNone/>
                      </a:pPr>
                      <a:r>
                        <a:rPr b="0" lang="en" sz="8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Plan Date </a:t>
                      </a:r>
                      <a:endParaRPr b="0" sz="800" u="none" cap="none" strike="noStrik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Verdana"/>
                        <a:buNone/>
                      </a:pPr>
                      <a:r>
                        <a:rPr b="0" lang="en" sz="8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Permanent Countermeasure</a:t>
                      </a:r>
                      <a:endParaRPr b="0" sz="800" u="none" cap="none" strike="noStrik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0075" marB="30075" marR="60150" marL="60150" anchor="ctr">
                    <a:lnL cap="flat" cmpd="sng" w="9525">
                      <a:solidFill>
                        <a:srgbClr val="00000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F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Verdana"/>
                        <a:buNone/>
                      </a:pPr>
                      <a:r>
                        <a:rPr b="0" lang="en" sz="8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Remark</a:t>
                      </a:r>
                      <a:endParaRPr sz="1100" u="none" cap="none" strike="noStrike"/>
                    </a:p>
                  </a:txBody>
                  <a:tcPr marT="30075" marB="30075" marR="60150" marL="60150" anchor="ctr">
                    <a:lnL cap="flat" cmpd="sng" w="9525">
                      <a:solidFill>
                        <a:srgbClr val="00000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F66"/>
                    </a:solidFill>
                  </a:tcPr>
                </a:tc>
              </a:tr>
              <a:tr h="1473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0075" marB="30075" marR="60150" marL="60150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Noto Sans Symbols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600" marL="68600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8575" marB="28575" marR="28575" marL="285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28575" marB="28575" marR="28575" marL="28575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Noto Sans Symbols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600" marL="68600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Noto Sans Symbols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600" marL="68600" anchor="ctr">
                    <a:lnL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Noto Sans Symbols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7"/>
          <p:cNvSpPr txBox="1"/>
          <p:nvPr>
            <p:ph idx="1" type="body"/>
          </p:nvPr>
        </p:nvSpPr>
        <p:spPr>
          <a:xfrm>
            <a:off x="484868" y="280571"/>
            <a:ext cx="8569325" cy="382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dana"/>
              <a:buNone/>
            </a:pPr>
            <a:r>
              <a:rPr b="1" lang="en">
                <a:latin typeface="Verdana"/>
                <a:ea typeface="Verdana"/>
                <a:cs typeface="Verdana"/>
                <a:sym typeface="Verdana"/>
              </a:rPr>
              <a:t>Change Release Management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dana"/>
              <a:buNone/>
            </a:pPr>
            <a:r>
              <a:t/>
            </a:r>
            <a:endParaRPr/>
          </a:p>
        </p:txBody>
      </p:sp>
      <p:sp>
        <p:nvSpPr>
          <p:cNvPr id="293" name="Google Shape;293;p17"/>
          <p:cNvSpPr txBox="1"/>
          <p:nvPr>
            <p:ph idx="2" type="body"/>
          </p:nvPr>
        </p:nvSpPr>
        <p:spPr>
          <a:xfrm>
            <a:off x="484868" y="756259"/>
            <a:ext cx="8553450" cy="303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Char char="■"/>
            </a:pPr>
            <a:r>
              <a:rPr lang="en" sz="1400">
                <a:solidFill>
                  <a:srgbClr val="000000"/>
                </a:solidFill>
              </a:rPr>
              <a:t>There is no Change Release in This Month</a:t>
            </a:r>
            <a:endParaRPr sz="1500"/>
          </a:p>
        </p:txBody>
      </p:sp>
      <p:graphicFrame>
        <p:nvGraphicFramePr>
          <p:cNvPr id="294" name="Google Shape;294;p17"/>
          <p:cNvGraphicFramePr/>
          <p:nvPr/>
        </p:nvGraphicFramePr>
        <p:xfrm>
          <a:off x="1571609" y="39203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{5F6B2859-F062-45A3-AD40-F321237AEE1C}</a:tableStyleId>
              </a:tblPr>
              <a:tblGrid>
                <a:gridCol w="1219200"/>
                <a:gridCol w="1219200"/>
                <a:gridCol w="1219200"/>
                <a:gridCol w="1293750"/>
                <a:gridCol w="1144650"/>
              </a:tblGrid>
              <a:tr h="27812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/>
                        <a:t>FY26</a:t>
                      </a:r>
                      <a:endParaRPr sz="9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Carry over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(A)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Received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(B)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Closed/Cancelled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(C)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Opened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(D=A+B-C)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</a:tr>
              <a:tr h="2781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 anchor="ctr"/>
                </a:tc>
              </a:tr>
            </a:tbl>
          </a:graphicData>
        </a:graphic>
      </p:graphicFrame>
      <p:pic>
        <p:nvPicPr>
          <p:cNvPr id="295" name="Google Shape;295;p17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2269"/>
            <a:ext cx="8839196" cy="2079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9"/>
          <p:cNvSpPr txBox="1"/>
          <p:nvPr/>
        </p:nvSpPr>
        <p:spPr>
          <a:xfrm>
            <a:off x="0" y="16669"/>
            <a:ext cx="54864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dana"/>
              <a:buNone/>
            </a:pPr>
            <a:r>
              <a:rPr b="1" i="0" lang="en" sz="2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Privilege User Permission</a:t>
            </a:r>
            <a:endParaRPr b="1" i="0" sz="21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1" name="Google Shape;301;p19"/>
          <p:cNvSpPr txBox="1"/>
          <p:nvPr/>
        </p:nvSpPr>
        <p:spPr>
          <a:xfrm>
            <a:off x="40314" y="460366"/>
            <a:ext cx="6777372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❖"/>
            </a:pPr>
            <a:r>
              <a:rPr b="0" i="0" lang="en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Application privileged-level access(Application Scope)</a:t>
            </a:r>
            <a:endParaRPr b="1" i="0" sz="1200" u="sng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2" name="Google Shape;302;p19"/>
          <p:cNvSpPr/>
          <p:nvPr/>
        </p:nvSpPr>
        <p:spPr>
          <a:xfrm>
            <a:off x="216175" y="754805"/>
            <a:ext cx="3781681" cy="9015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7620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3" name="Google Shape;303;p19"/>
          <p:cNvSpPr/>
          <p:nvPr/>
        </p:nvSpPr>
        <p:spPr>
          <a:xfrm>
            <a:off x="272058" y="728147"/>
            <a:ext cx="3781681" cy="5406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4" name="Google Shape;304;p19"/>
          <p:cNvSpPr/>
          <p:nvPr/>
        </p:nvSpPr>
        <p:spPr>
          <a:xfrm>
            <a:off x="170001" y="689076"/>
            <a:ext cx="2887733" cy="9672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305" name="Google Shape;305;p19"/>
          <p:cNvGraphicFramePr/>
          <p:nvPr/>
        </p:nvGraphicFramePr>
        <p:xfrm>
          <a:off x="652782" y="88258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{CF4BE565-40B8-43D9-BD93-BC97AF3B1A32}</a:tableStyleId>
              </a:tblPr>
              <a:tblGrid>
                <a:gridCol w="290500"/>
                <a:gridCol w="1087350"/>
                <a:gridCol w="1868150"/>
                <a:gridCol w="1330100"/>
                <a:gridCol w="1036350"/>
                <a:gridCol w="541025"/>
                <a:gridCol w="1684925"/>
              </a:tblGrid>
              <a:tr h="231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NO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950" marB="0" marR="3950" marL="39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Access</a:t>
                      </a:r>
                      <a:endParaRPr sz="800" u="none" cap="none" strike="noStrike"/>
                    </a:p>
                  </a:txBody>
                  <a:tcPr marT="3950" marB="0" marR="3950" marL="39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USERNAME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950" marB="0" marR="3950" marL="39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FULL_NAME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950" marB="0" marR="3950" marL="39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ROLE_NAME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950" marB="0" marR="3950" marL="39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ACTIVE_STATUS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950" marB="0" marR="3950" marL="39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LAST_LOGIN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950" marB="0" marR="3950" marL="3950" anchor="ctr"/>
                </a:tc>
              </a:tr>
              <a:tr h="222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950" marB="0" marR="3950" marL="3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rgbClr val="000000"/>
                          </a:solidFill>
                        </a:rPr>
                        <a:t>CMS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950" marB="0" marR="3950" marL="3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rgbClr val="000000"/>
                          </a:solidFill>
                        </a:rPr>
                        <a:t>admin2@nissan.co.th </a:t>
                      </a:r>
                      <a:endParaRPr sz="800" u="none" cap="none" strike="noStrike"/>
                    </a:p>
                  </a:txBody>
                  <a:tcPr marT="3950" marB="0" marR="3950" marL="3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Noppasit Kingsaignam</a:t>
                      </a:r>
                      <a:r>
                        <a:rPr lang="en" sz="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 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950" marB="0" marR="3950" marL="3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Administrator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950" marB="0" marR="3950" marL="39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Active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950" marB="0" marR="3950" marL="39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2026-0</a:t>
                      </a:r>
                      <a:r>
                        <a:rPr lang="en" sz="800" u="none" cap="none" strike="noStrike">
                          <a:solidFill>
                            <a:srgbClr val="000000"/>
                          </a:solidFill>
                        </a:rPr>
                        <a:t>5</a:t>
                      </a: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-</a:t>
                      </a:r>
                      <a:r>
                        <a:rPr lang="en" sz="800" u="none" cap="none" strike="noStrike">
                          <a:solidFill>
                            <a:srgbClr val="000000"/>
                          </a:solidFill>
                        </a:rPr>
                        <a:t>07</a:t>
                      </a: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17:17:51</a:t>
                      </a:r>
                      <a:endParaRPr sz="1100" u="none" cap="none" strike="noStrike"/>
                    </a:p>
                  </a:txBody>
                  <a:tcPr marT="7150" marB="0" marR="7150" marL="7150" anchor="ctr"/>
                </a:tc>
              </a:tr>
              <a:tr h="222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950" marB="0" marR="3950" marL="3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CMS</a:t>
                      </a:r>
                      <a:endParaRPr sz="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950" marB="0" marR="3950" marL="3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admin@nissan.co.th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950" marB="0" marR="3950" marL="3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Waraporn Supapa</a:t>
                      </a:r>
                      <a:endParaRPr sz="800" u="none" cap="none" strike="noStrike"/>
                    </a:p>
                  </a:txBody>
                  <a:tcPr marT="3950" marB="0" marR="3950" marL="3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Administrator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950" marB="0" marR="3950" marL="39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Active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950" marB="0" marR="3950" marL="39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None/>
                      </a:pPr>
                      <a:r>
                        <a:rPr lang="en" sz="800" u="none" cap="none" strike="noStrike"/>
                        <a:t>2026-05-07 17:17:51</a:t>
                      </a:r>
                      <a:endParaRPr sz="1100" u="none" cap="none" strike="noStrike"/>
                    </a:p>
                  </a:txBody>
                  <a:tcPr marT="7150" marB="0" marR="7150" marL="7150" anchor="ctr"/>
                </a:tc>
              </a:tr>
              <a:tr h="222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950" marB="0" marR="3950" marL="3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Database QA</a:t>
                      </a:r>
                      <a:endParaRPr sz="900" u="none" cap="none" strike="noStrike"/>
                    </a:p>
                  </a:txBody>
                  <a:tcPr marT="3950" marB="0" marR="3950" marL="3950" anchor="ctr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muze-mynissan-ma@nissan.co.th</a:t>
                      </a:r>
                      <a:endParaRPr sz="800" u="none" cap="none" strike="noStrike"/>
                    </a:p>
                  </a:txBody>
                  <a:tcPr marT="3950" marB="0" marR="3950" marL="3950" anchor="ctr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Shinnakrit Jirasopon</a:t>
                      </a:r>
                      <a:endParaRPr sz="800" u="none" cap="none" strike="noStrike"/>
                    </a:p>
                  </a:txBody>
                  <a:tcPr marT="3950" marB="0" marR="3950" marL="39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Administrator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950" marB="0" marR="3950" marL="3950" anchor="ctr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Active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950" marB="0" marR="3950" marL="3950" anchor="ctr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None/>
                      </a:pPr>
                      <a:r>
                        <a:rPr lang="en" sz="800" u="none" cap="none" strike="noStrike"/>
                        <a:t>2026-04-09 10:11:21</a:t>
                      </a:r>
                      <a:endParaRPr sz="1100" u="none" cap="none" strike="noStrike"/>
                    </a:p>
                  </a:txBody>
                  <a:tcPr marT="7150" marB="0" marR="7150" marL="7150" anchor="ctr"/>
                </a:tc>
              </a:tr>
              <a:tr h="222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950" marB="0" marR="3950" marL="3950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Database Prod</a:t>
                      </a:r>
                      <a:endParaRPr sz="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950" marB="0" marR="3950" marL="39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muze-mynissan-ma@nissan.co.th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950" marB="0" marR="3950" marL="39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/>
                        <a:t>Shinnakrit Jirasopon</a:t>
                      </a:r>
                      <a:endParaRPr sz="800" u="none" cap="none" strike="noStrike"/>
                    </a:p>
                  </a:txBody>
                  <a:tcPr marT="3950" marB="0" marR="3950" marL="39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Administrator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950" marB="0" marR="3950" marL="39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Active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950" marB="0" marR="3950" marL="39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2026-04-09 15:12:59</a:t>
                      </a:r>
                      <a:endParaRPr sz="1100" u="none" cap="none" strike="noStrike"/>
                    </a:p>
                  </a:txBody>
                  <a:tcPr marT="7150" marB="0" marR="7150" marL="71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22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950" marB="0" marR="3950" marL="3950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Github</a:t>
                      </a:r>
                      <a:endParaRPr sz="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950" marB="0" marR="3950" marL="39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/>
                        <a:t>shinnakrit.j@muze.co.th</a:t>
                      </a:r>
                      <a:endParaRPr sz="800" u="none" cap="none" strike="noStrike"/>
                    </a:p>
                  </a:txBody>
                  <a:tcPr marT="3950" marB="0" marR="3950" marL="39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/>
                        <a:t>Shinnakrit Jirasopon</a:t>
                      </a:r>
                      <a:endParaRPr sz="800" u="none" cap="none" strike="noStrike"/>
                    </a:p>
                  </a:txBody>
                  <a:tcPr marT="3950" marB="0" marR="3950" marL="39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Administrator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950" marB="0" marR="3950" marL="39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Active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950" marB="0" marR="3950" marL="39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None/>
                      </a:pPr>
                      <a:r>
                        <a:rPr lang="en" sz="800" u="none" cap="none" strike="noStrike"/>
                        <a:t>2026-04-09 10:11:21</a:t>
                      </a:r>
                      <a:endParaRPr sz="1100" u="none" cap="none" strike="noStrike"/>
                    </a:p>
                  </a:txBody>
                  <a:tcPr marT="7150" marB="0" marR="7150" marL="71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22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6</a:t>
                      </a:r>
                      <a:endParaRPr sz="1100" u="none" cap="none" strike="noStrike"/>
                    </a:p>
                  </a:txBody>
                  <a:tcPr marT="3950" marB="0" marR="3950" marL="3950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AWS</a:t>
                      </a:r>
                      <a:endParaRPr sz="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950" marB="0" marR="3950" marL="39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/>
                        <a:t>shinnakrit.j@muze.co.th</a:t>
                      </a:r>
                      <a:endParaRPr sz="800" u="none" cap="none" strike="noStrike"/>
                    </a:p>
                  </a:txBody>
                  <a:tcPr marT="3950" marB="0" marR="3950" marL="39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/>
                        <a:t>Shinnakrit Jirasopon</a:t>
                      </a:r>
                      <a:endParaRPr sz="800" u="none" cap="none" strike="noStrike"/>
                    </a:p>
                  </a:txBody>
                  <a:tcPr marT="3950" marB="0" marR="3950" marL="39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Administrator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950" marB="0" marR="3950" marL="39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Active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950" marB="0" marR="3950" marL="39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None/>
                      </a:pPr>
                      <a:r>
                        <a:rPr lang="en" sz="800" u="none" cap="none" strike="noStrike"/>
                        <a:t>2026-04-09 10:11:21</a:t>
                      </a:r>
                      <a:endParaRPr sz="1100" u="none" cap="none" strike="noStrike"/>
                    </a:p>
                  </a:txBody>
                  <a:tcPr marT="7150" marB="0" marR="7150" marL="71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22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7</a:t>
                      </a:r>
                      <a:endParaRPr sz="1100" u="none" cap="none" strike="noStrike"/>
                    </a:p>
                  </a:txBody>
                  <a:tcPr marT="3950" marB="0" marR="3950" marL="3950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rgbClr val="000000"/>
                          </a:solidFill>
                        </a:rPr>
                        <a:t>Firebase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950" marB="0" marR="3950" marL="39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/>
                        <a:t>shinnakrit.j@muze.co.th</a:t>
                      </a:r>
                      <a:endParaRPr sz="800" u="none" cap="none" strike="noStrike"/>
                    </a:p>
                  </a:txBody>
                  <a:tcPr marT="3950" marB="0" marR="3950" marL="39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/>
                        <a:t>Shinnakrit Jirasopon</a:t>
                      </a:r>
                      <a:endParaRPr sz="800" u="none" cap="none" strike="noStrike"/>
                    </a:p>
                  </a:txBody>
                  <a:tcPr marT="3950" marB="0" marR="3950" marL="39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Administrator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950" marB="0" marR="3950" marL="39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Active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950" marB="0" marR="3950" marL="39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None/>
                      </a:pPr>
                      <a:r>
                        <a:rPr lang="en" sz="800" u="none" cap="none" strike="noStrike"/>
                        <a:t>2026-04-09 10:11:21</a:t>
                      </a:r>
                      <a:endParaRPr sz="1100" u="none" cap="none" strike="noStrike"/>
                    </a:p>
                  </a:txBody>
                  <a:tcPr marT="7150" marB="0" marR="7150" marL="71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22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8</a:t>
                      </a:r>
                      <a:endParaRPr sz="1100" u="none" cap="none" strike="noStrike"/>
                    </a:p>
                  </a:txBody>
                  <a:tcPr marT="3950" marB="0" marR="3950" marL="3950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rgbClr val="000000"/>
                          </a:solidFill>
                        </a:rPr>
                        <a:t>Google Play Console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950" marB="0" marR="3950" marL="39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/>
                        <a:t>shinnakrit.j@muze.co.th</a:t>
                      </a:r>
                      <a:endParaRPr sz="800" u="none" cap="none" strike="noStrike"/>
                    </a:p>
                  </a:txBody>
                  <a:tcPr marT="3950" marB="0" marR="3950" marL="39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/>
                        <a:t>Shinnakrit Jirasopon</a:t>
                      </a:r>
                      <a:endParaRPr sz="800" u="none" cap="none" strike="noStrike"/>
                    </a:p>
                  </a:txBody>
                  <a:tcPr marT="3950" marB="0" marR="3950" marL="39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Administrator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950" marB="0" marR="3950" marL="39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Active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950" marB="0" marR="3950" marL="39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2026-04-09 10:11:21</a:t>
                      </a:r>
                      <a:endParaRPr sz="1100" u="none" cap="none" strike="noStrike"/>
                    </a:p>
                  </a:txBody>
                  <a:tcPr marT="7150" marB="0" marR="7150" marL="71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22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9</a:t>
                      </a:r>
                      <a:endParaRPr sz="1100" u="none" cap="none" strike="noStrike"/>
                    </a:p>
                  </a:txBody>
                  <a:tcPr marT="3950" marB="0" marR="3950" marL="3950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solidFill>
                            <a:srgbClr val="000000"/>
                          </a:solidFill>
                        </a:rPr>
                        <a:t>Apple Console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950" marB="0" marR="3950" marL="39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/>
                        <a:t>shinnakrit.j@muze.co.th</a:t>
                      </a:r>
                      <a:endParaRPr sz="800" u="none" cap="none" strike="noStrike"/>
                    </a:p>
                  </a:txBody>
                  <a:tcPr marT="3950" marB="0" marR="3950" marL="39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 u="none" cap="none" strike="noStrike"/>
                        <a:t>Shinnakrit Jirasopon</a:t>
                      </a:r>
                      <a:endParaRPr sz="800" u="none" cap="none" strike="noStrike"/>
                    </a:p>
                  </a:txBody>
                  <a:tcPr marT="3950" marB="0" marR="3950" marL="39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Administrator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950" marB="0" marR="3950" marL="39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Active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3950" marB="0" marR="3950" marL="39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None/>
                      </a:pPr>
                      <a:r>
                        <a:rPr lang="en" sz="800" u="none" cap="none" strike="noStrike"/>
                        <a:t>2026-04-09 10:11:21</a:t>
                      </a:r>
                      <a:endParaRPr sz="1100" u="none" cap="none" strike="noStrike"/>
                    </a:p>
                  </a:txBody>
                  <a:tcPr marT="7150" marB="0" marR="7150" marL="71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0"/>
          <p:cNvSpPr txBox="1"/>
          <p:nvPr>
            <p:ph type="ctrTitle"/>
          </p:nvPr>
        </p:nvSpPr>
        <p:spPr>
          <a:xfrm>
            <a:off x="876962" y="1925531"/>
            <a:ext cx="5391737" cy="6686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dana"/>
              <a:buNone/>
            </a:pPr>
            <a:r>
              <a:rPr lang="en"/>
              <a:t>Monthly SLA Monitoring Report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1"/>
          <p:cNvSpPr txBox="1"/>
          <p:nvPr>
            <p:ph type="title"/>
          </p:nvPr>
        </p:nvSpPr>
        <p:spPr>
          <a:xfrm>
            <a:off x="446277" y="78590"/>
            <a:ext cx="7559356" cy="415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dana"/>
              <a:buNone/>
            </a:pPr>
            <a:r>
              <a:rPr b="1" lang="en" sz="2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SLA Analysis for April 2026</a:t>
            </a:r>
            <a:endParaRPr/>
          </a:p>
        </p:txBody>
      </p:sp>
      <p:sp>
        <p:nvSpPr>
          <p:cNvPr id="318" name="Google Shape;318;p21"/>
          <p:cNvSpPr txBox="1"/>
          <p:nvPr/>
        </p:nvSpPr>
        <p:spPr>
          <a:xfrm>
            <a:off x="294950" y="649100"/>
            <a:ext cx="2211900" cy="1191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0" lIns="68575" spcFirstLastPara="1" rIns="0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Service Level Agreement (SLA)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Failure recovery time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L1: Within 4 hrs.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L2: Within 6 hrs.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L3: Within 8 hrs.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Inquiry support time 2 working day.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l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Service request support 3 working day.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9" name="Google Shape;319;p21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6051" y="2125900"/>
            <a:ext cx="6951899" cy="254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1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6150" y="617300"/>
            <a:ext cx="3023325" cy="187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2"/>
          <p:cNvSpPr txBox="1"/>
          <p:nvPr>
            <p:ph type="ctrTitle"/>
          </p:nvPr>
        </p:nvSpPr>
        <p:spPr>
          <a:xfrm>
            <a:off x="876962" y="1925531"/>
            <a:ext cx="5391737" cy="6686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Verdana"/>
              <a:buNone/>
            </a:pPr>
            <a:r>
              <a:rPr lang="en"/>
              <a:t>Monthly Resource Status Report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3"/>
          <p:cNvSpPr txBox="1"/>
          <p:nvPr>
            <p:ph type="title"/>
          </p:nvPr>
        </p:nvSpPr>
        <p:spPr>
          <a:xfrm>
            <a:off x="446277" y="78590"/>
            <a:ext cx="8232359" cy="415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800">
                <a:latin typeface="Verdana"/>
                <a:ea typeface="Verdana"/>
                <a:cs typeface="Verdana"/>
                <a:sym typeface="Verdana"/>
              </a:rPr>
              <a:t>AMO Summary man-hour for FY26 (As of May 2026)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333" name="Google Shape;333;p23"/>
          <p:cNvGraphicFramePr/>
          <p:nvPr/>
        </p:nvGraphicFramePr>
        <p:xfrm>
          <a:off x="851273" y="36588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{AA3C1261-8B94-40FB-B84D-ADB0F370ACA4}</a:tableStyleId>
              </a:tblPr>
              <a:tblGrid>
                <a:gridCol w="1263375"/>
                <a:gridCol w="410600"/>
                <a:gridCol w="410600"/>
                <a:gridCol w="410600"/>
                <a:gridCol w="410600"/>
                <a:gridCol w="410600"/>
                <a:gridCol w="410600"/>
                <a:gridCol w="410600"/>
                <a:gridCol w="410600"/>
                <a:gridCol w="410600"/>
                <a:gridCol w="410600"/>
                <a:gridCol w="410600"/>
                <a:gridCol w="410600"/>
                <a:gridCol w="410600"/>
                <a:gridCol w="410600"/>
                <a:gridCol w="410600"/>
              </a:tblGrid>
              <a:tr h="146700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i="0" lang="en" sz="7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Module</a:t>
                      </a:r>
                      <a:endParaRPr sz="700" u="none" cap="none" strike="noStrike"/>
                    </a:p>
                  </a:txBody>
                  <a:tcPr marT="6400" marB="0" marR="6400" marL="6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5496"/>
                    </a:solidFill>
                  </a:tcPr>
                </a:tc>
                <a:tc gridSpan="1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en" sz="8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No# of Man-Days during APR, 2026 – MAR, 2027</a:t>
                      </a:r>
                      <a:endParaRPr sz="1100" u="none" cap="none" strike="noStrike"/>
                    </a:p>
                  </a:txBody>
                  <a:tcPr marT="6400" marB="0" marR="6400" marL="6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05496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118275">
                <a:tc v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1" i="0" lang="en" sz="7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MD Plan </a:t>
                      </a:r>
                      <a:endParaRPr sz="7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1" i="0" lang="en" sz="7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/ </a:t>
                      </a:r>
                      <a:endParaRPr sz="7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1" i="0" lang="en" sz="7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Month</a:t>
                      </a:r>
                      <a:endParaRPr b="1" i="0" sz="7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6400" marB="0" marR="6400" marL="6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1" i="0" lang="en" sz="7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APR’26</a:t>
                      </a:r>
                      <a:endParaRPr sz="700" u="none" cap="none" strike="noStrike"/>
                    </a:p>
                  </a:txBody>
                  <a:tcPr marT="6400" marB="0" marR="6400" marL="6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1" i="0" lang="en" sz="7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MAY’26</a:t>
                      </a:r>
                      <a:endParaRPr sz="700" u="none" cap="none" strike="noStrike"/>
                    </a:p>
                  </a:txBody>
                  <a:tcPr marT="6400" marB="0" marR="6400" marL="6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1" i="0" lang="en" sz="7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JUN’26</a:t>
                      </a:r>
                      <a:endParaRPr sz="700" u="none" cap="none" strike="noStrike"/>
                    </a:p>
                  </a:txBody>
                  <a:tcPr marT="6400" marB="0" marR="6400" marL="6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1" i="0" lang="en" sz="7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JUL’26</a:t>
                      </a:r>
                      <a:endParaRPr sz="700" u="none" cap="none" strike="noStrike"/>
                    </a:p>
                  </a:txBody>
                  <a:tcPr marT="6400" marB="0" marR="6400" marL="6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1" i="0" lang="en" sz="7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AUG’26</a:t>
                      </a:r>
                      <a:endParaRPr sz="700" u="none" cap="none" strike="noStrike"/>
                    </a:p>
                  </a:txBody>
                  <a:tcPr marT="6400" marB="0" marR="6400" marL="6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1" i="0" lang="en" sz="7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SEP’26</a:t>
                      </a:r>
                      <a:endParaRPr sz="700" u="none" cap="none" strike="noStrike"/>
                    </a:p>
                  </a:txBody>
                  <a:tcPr marT="6400" marB="0" marR="6400" marL="6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1" i="0" lang="en" sz="7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OCT’26</a:t>
                      </a:r>
                      <a:endParaRPr sz="700" u="none" cap="none" strike="noStrike"/>
                    </a:p>
                  </a:txBody>
                  <a:tcPr marT="6400" marB="0" marR="6400" marL="6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1" i="0" lang="en" sz="7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NOV’26</a:t>
                      </a:r>
                      <a:endParaRPr sz="700" u="none" cap="none" strike="noStrike"/>
                    </a:p>
                  </a:txBody>
                  <a:tcPr marT="6400" marB="0" marR="6400" marL="6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1" i="0" lang="en" sz="7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DEC’26</a:t>
                      </a:r>
                      <a:endParaRPr sz="700" u="none" cap="none" strike="noStrike"/>
                    </a:p>
                  </a:txBody>
                  <a:tcPr marT="6400" marB="0" marR="6400" marL="6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1" i="0" lang="en" sz="7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JAN’27</a:t>
                      </a:r>
                      <a:endParaRPr sz="700" u="none" cap="none" strike="noStrike"/>
                    </a:p>
                  </a:txBody>
                  <a:tcPr marT="6400" marB="0" marR="6400" marL="6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1" i="0" lang="en" sz="7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FEB’27</a:t>
                      </a:r>
                      <a:endParaRPr sz="700" u="none" cap="none" strike="noStrike"/>
                    </a:p>
                  </a:txBody>
                  <a:tcPr marT="6400" marB="0" marR="6400" marL="6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1" i="0" lang="en" sz="7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MAR’27</a:t>
                      </a:r>
                      <a:endParaRPr sz="700" u="none" cap="none" strike="noStrike"/>
                    </a:p>
                  </a:txBody>
                  <a:tcPr marT="6400" marB="0" marR="6400" marL="6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1" i="0" lang="en" sz="7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Total</a:t>
                      </a:r>
                      <a:endParaRPr sz="700" u="none" cap="none" strike="noStrike"/>
                    </a:p>
                  </a:txBody>
                  <a:tcPr marT="6400" marB="0" marR="6400" marL="6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DB4E2"/>
                    </a:solidFill>
                  </a:tcPr>
                </a:tc>
                <a:tc hMerge="1"/>
              </a:tr>
              <a:tr h="162375">
                <a:tc vMerge="1"/>
                <a:tc vMerge="1"/>
                <a:tc vMerge="1"/>
                <a:tc vMerge="1"/>
                <a:tc vMerge="1"/>
                <a:tc vMerge="1"/>
                <a:tc vMerge="1"/>
                <a:tc vMerge="1"/>
                <a:tc vMerge="1"/>
                <a:tc vMerge="1"/>
                <a:tc vMerge="1"/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i="0" lang="en" sz="7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Plan</a:t>
                      </a:r>
                      <a:endParaRPr sz="700" u="none" cap="none" strike="noStrike"/>
                    </a:p>
                  </a:txBody>
                  <a:tcPr marT="6400" marB="0" marR="6400" marL="6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i="0" lang="en" sz="7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Actual</a:t>
                      </a:r>
                      <a:endParaRPr sz="700" u="none" cap="none" strike="noStrike"/>
                    </a:p>
                  </a:txBody>
                  <a:tcPr marT="6400" marB="0" marR="6400" marL="6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</a:tr>
              <a:tr h="106925">
                <a:tc gridSpan="16">
                  <a:txBody>
                    <a:bodyPr/>
                    <a:lstStyle/>
                    <a:p>
                      <a:pPr indent="0" lvl="1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MyNissan</a:t>
                      </a:r>
                      <a:endParaRPr sz="700" u="none" cap="none" strike="noStrike"/>
                    </a:p>
                  </a:txBody>
                  <a:tcPr marT="6400" marB="0" marR="6400" marL="6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133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i="0" lang="en" sz="7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Working day</a:t>
                      </a:r>
                      <a:endParaRPr sz="700" u="none" cap="none" strike="noStrike"/>
                    </a:p>
                  </a:txBody>
                  <a:tcPr marT="6400" marB="0" marR="64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i="0" lang="en" sz="7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20</a:t>
                      </a:r>
                      <a:endParaRPr sz="700" u="none" cap="none" strike="noStrike"/>
                    </a:p>
                  </a:txBody>
                  <a:tcPr marT="6400" marB="0" marR="6400" marL="6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i="0" lang="en" sz="7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17</a:t>
                      </a:r>
                      <a:endParaRPr sz="700" u="none" cap="none" strike="noStrike"/>
                    </a:p>
                  </a:txBody>
                  <a:tcPr marT="6400" marB="0" marR="6400" marL="6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1" i="0" lang="en" sz="7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20</a:t>
                      </a:r>
                      <a:endParaRPr sz="700" u="none" cap="none" strike="noStrike"/>
                    </a:p>
                  </a:txBody>
                  <a:tcPr marT="7150" marB="0" marR="7150" marL="7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1" i="0" lang="en" sz="7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21</a:t>
                      </a:r>
                      <a:endParaRPr sz="700" u="none" cap="none" strike="noStrike"/>
                    </a:p>
                  </a:txBody>
                  <a:tcPr marT="7150" marB="0" marR="7150" marL="7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1" i="0" lang="en" sz="7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21</a:t>
                      </a:r>
                      <a:endParaRPr sz="700" u="none" cap="none" strike="noStrike"/>
                    </a:p>
                  </a:txBody>
                  <a:tcPr marT="7150" marB="0" marR="7150" marL="7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1" i="0" lang="en" sz="7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20</a:t>
                      </a:r>
                      <a:endParaRPr sz="700" u="none" cap="none" strike="noStrike"/>
                    </a:p>
                  </a:txBody>
                  <a:tcPr marT="7150" marB="0" marR="7150" marL="7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1" i="0" lang="en" sz="7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22</a:t>
                      </a:r>
                      <a:endParaRPr sz="700" u="none" cap="none" strike="noStrike"/>
                    </a:p>
                  </a:txBody>
                  <a:tcPr marT="7150" marB="0" marR="7150" marL="7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1" i="0" lang="en" sz="7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20</a:t>
                      </a:r>
                      <a:endParaRPr sz="700" u="none" cap="none" strike="noStrike"/>
                    </a:p>
                  </a:txBody>
                  <a:tcPr marT="7150" marB="0" marR="7150" marL="7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1" i="0" lang="en" sz="7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21</a:t>
                      </a:r>
                      <a:endParaRPr sz="700" u="none" cap="none" strike="noStrike"/>
                    </a:p>
                  </a:txBody>
                  <a:tcPr marT="7150" marB="0" marR="7150" marL="7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1" i="0" lang="en" sz="7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19</a:t>
                      </a:r>
                      <a:endParaRPr sz="700" u="none" cap="none" strike="noStrike"/>
                    </a:p>
                  </a:txBody>
                  <a:tcPr marT="7150" marB="0" marR="7150" marL="7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1" i="0" lang="en" sz="7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20</a:t>
                      </a:r>
                      <a:endParaRPr sz="700" u="none" cap="none" strike="noStrike"/>
                    </a:p>
                  </a:txBody>
                  <a:tcPr marT="7150" marB="0" marR="7150" marL="7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1" i="0" lang="en" sz="7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19</a:t>
                      </a:r>
                      <a:endParaRPr sz="700" u="none" cap="none" strike="noStrike"/>
                    </a:p>
                  </a:txBody>
                  <a:tcPr marT="7150" marB="0" marR="7150" marL="7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Verdana"/>
                        <a:buNone/>
                      </a:pPr>
                      <a:r>
                        <a:rPr b="1" i="0" lang="en" sz="7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23</a:t>
                      </a:r>
                      <a:endParaRPr sz="700" u="none" cap="none" strike="noStrike"/>
                    </a:p>
                  </a:txBody>
                  <a:tcPr marT="7150" marB="0" marR="7150" marL="7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i="0" lang="en" sz="7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240</a:t>
                      </a:r>
                      <a:endParaRPr sz="700" u="none" cap="none" strike="noStrike"/>
                    </a:p>
                  </a:txBody>
                  <a:tcPr marT="6400" marB="0" marR="6400" marL="6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i="0" lang="en" sz="7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243</a:t>
                      </a:r>
                      <a:endParaRPr sz="700" u="none" cap="none" strike="noStrike"/>
                    </a:p>
                  </a:txBody>
                  <a:tcPr marT="5725" marB="0" marR="5725" marL="57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133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MyNissan </a:t>
                      </a:r>
                      <a:r>
                        <a:rPr b="0" i="0" lang="en" sz="7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Support Team</a:t>
                      </a:r>
                      <a:endParaRPr sz="700" u="none" cap="none" strike="noStrike"/>
                    </a:p>
                  </a:txBody>
                  <a:tcPr marT="6400" marB="0" marR="64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Verdana"/>
                        <a:buNone/>
                      </a:pPr>
                      <a:r>
                        <a:rPr b="1" lang="en" sz="7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20</a:t>
                      </a:r>
                      <a:endParaRPr sz="700" u="none" cap="none" strike="noStrike"/>
                    </a:p>
                  </a:txBody>
                  <a:tcPr marT="6400" marB="0" marR="6400" marL="6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15.62</a:t>
                      </a:r>
                      <a:endParaRPr sz="700" u="none" cap="none" strike="noStrike"/>
                    </a:p>
                  </a:txBody>
                  <a:tcPr marT="6400" marB="0" marR="6400" marL="6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19.75</a:t>
                      </a:r>
                      <a:endParaRPr b="0" i="0" sz="7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6400" marB="0" marR="6400" marL="6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t/>
                      </a:r>
                      <a:endParaRPr b="0" i="0" sz="7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6400" marB="0" marR="6400" marL="6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Quattrocento Sans"/>
                        <a:buNone/>
                      </a:pPr>
                      <a:r>
                        <a:t/>
                      </a:r>
                      <a:endParaRPr b="0" i="0" sz="7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6400" marB="0" marR="6400" marL="6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t/>
                      </a:r>
                      <a:endParaRPr b="0" i="0" sz="7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6400" marB="0" marR="6400" marL="6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t/>
                      </a:r>
                      <a:endParaRPr b="0" i="0" sz="7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6400" marB="0" marR="6400" marL="6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t/>
                      </a:r>
                      <a:endParaRPr b="0" i="0" sz="7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6400" marB="0" marR="6400" marL="6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t/>
                      </a:r>
                      <a:endParaRPr b="0" i="0" sz="7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6400" marB="0" marR="6400" marL="6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t/>
                      </a:r>
                      <a:endParaRPr b="0" i="0" sz="7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6400" marB="0" marR="6400" marL="6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t/>
                      </a:r>
                      <a:endParaRPr b="0" i="0" sz="7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6400" marB="0" marR="6400" marL="6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t/>
                      </a:r>
                      <a:endParaRPr b="0" i="0" sz="7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6400" marB="0" marR="6400" marL="6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t/>
                      </a:r>
                      <a:endParaRPr b="0" i="0" sz="7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6400" marB="0" marR="6400" marL="6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240</a:t>
                      </a:r>
                      <a:endParaRPr sz="700" u="none" cap="none" strike="noStrike"/>
                    </a:p>
                  </a:txBody>
                  <a:tcPr marT="6400" marB="0" marR="6400" marL="64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8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1" lang="en" sz="7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35.64</a:t>
                      </a:r>
                      <a:endParaRPr sz="700" u="none" cap="none" strike="noStrike"/>
                    </a:p>
                  </a:txBody>
                  <a:tcPr marT="5725" marB="0" marR="5725" marL="57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pic>
        <p:nvPicPr>
          <p:cNvPr id="334" name="Google Shape;334;p23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7127" y="646851"/>
            <a:ext cx="6289747" cy="285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0" name="Google Shape;340;p24"/>
          <p:cNvGraphicFramePr/>
          <p:nvPr/>
        </p:nvGraphicFramePr>
        <p:xfrm>
          <a:off x="377814" y="1099261"/>
          <a:ext cx="3000000" cy="3000000"/>
        </p:xfrm>
        <a:graphic>
          <a:graphicData uri="http://schemas.openxmlformats.org/drawingml/2006/table">
            <a:tbl>
              <a:tblPr bandRow="1" firstCol="1">
                <a:noFill/>
                <a:tableStyleId>{B0A2E7B4-D8AA-44D1-8866-B14AE2FA8933}</a:tableStyleId>
              </a:tblPr>
              <a:tblGrid>
                <a:gridCol w="1733525"/>
                <a:gridCol w="1367725"/>
              </a:tblGrid>
              <a:tr h="282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Verdana"/>
                        <a:buNone/>
                      </a:pPr>
                      <a:r>
                        <a:rPr lang="en" sz="900" u="none" cap="none" strike="noStrike"/>
                        <a:t>Working Day(s)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/>
                        <a:t>20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</a:tr>
              <a:tr h="14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Working Hour(s)</a:t>
                      </a:r>
                      <a:endParaRPr sz="1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/>
                        <a:t>(</a:t>
                      </a:r>
                      <a:r>
                        <a:rPr lang="en" sz="900"/>
                        <a:t>20</a:t>
                      </a:r>
                      <a:r>
                        <a:rPr lang="en" sz="900" u="none" cap="none" strike="noStrike"/>
                        <a:t>*8)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/>
                        <a:t>160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</a:tr>
              <a:tr h="282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Verdana"/>
                        <a:buNone/>
                      </a:pPr>
                      <a:r>
                        <a:rPr lang="en" sz="900" u="none" cap="none" strike="noStrike"/>
                        <a:t>Utilize Hour(s)</a:t>
                      </a:r>
                      <a:endParaRPr sz="11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Verdana"/>
                        <a:buNone/>
                      </a:pPr>
                      <a:r>
                        <a:rPr lang="en" sz="800" u="none" cap="none" strike="noStrike"/>
                        <a:t>MyNissan </a:t>
                      </a:r>
                      <a:r>
                        <a:rPr lang="en" sz="800"/>
                        <a:t>158</a:t>
                      </a:r>
                      <a:r>
                        <a:rPr lang="en" sz="800" u="none" cap="none" strike="noStrike"/>
                        <a:t> (</a:t>
                      </a:r>
                      <a:r>
                        <a:rPr lang="en" sz="800"/>
                        <a:t>98.75</a:t>
                      </a:r>
                      <a:r>
                        <a:rPr lang="en" sz="800" u="none" cap="none" strike="noStrike"/>
                        <a:t>%) of</a:t>
                      </a:r>
                      <a:r>
                        <a:rPr lang="en" sz="800"/>
                        <a:t> </a:t>
                      </a:r>
                      <a:r>
                        <a:rPr lang="en" sz="800" u="none" cap="none" strike="noStrike"/>
                        <a:t>Total 1</a:t>
                      </a:r>
                      <a:r>
                        <a:rPr lang="en" sz="800"/>
                        <a:t>60</a:t>
                      </a:r>
                      <a:r>
                        <a:rPr lang="en" sz="800" u="none" cap="none" strike="noStrike"/>
                        <a:t> </a:t>
                      </a:r>
                      <a:endParaRPr sz="800" u="none" cap="none" strike="noStrike"/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  <p:graphicFrame>
        <p:nvGraphicFramePr>
          <p:cNvPr id="341" name="Google Shape;341;p24"/>
          <p:cNvGraphicFramePr/>
          <p:nvPr/>
        </p:nvGraphicFramePr>
        <p:xfrm>
          <a:off x="275488" y="248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{9FBA8F56-2D78-411B-95CE-9E04CA0D3CAA}</a:tableStyleId>
              </a:tblPr>
              <a:tblGrid>
                <a:gridCol w="1835850"/>
                <a:gridCol w="426425"/>
                <a:gridCol w="1185350"/>
              </a:tblGrid>
              <a:tr h="366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Category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  <a:extLst>
                      <a:ext uri="http://customooxmlschemas.google.com/">
                        <go:slidesCustomData xmlns:go="http://customooxmlschemas.google.com/" cellId="341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Rank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  <a:extLst>
                      <a:ext uri="http://customooxmlschemas.google.com/">
                        <go:slidesCustomData xmlns:go="http://customooxmlschemas.google.com/" cellId="341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Effort Utilize (Hrs)</a:t>
                      </a:r>
                      <a:endParaRPr b="1" sz="1000">
                        <a:solidFill>
                          <a:srgbClr val="FFFFFF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  <a:extLst>
                      <a:ext uri="http://customooxmlschemas.google.com/">
                        <go:slidesCustomData xmlns:go="http://customooxmlschemas.google.com/" cellId="341:0:2"/>
                      </a:ext>
                    </a:extLst>
                  </a:tcPr>
                </a:tc>
              </a:tr>
              <a:tr h="198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Service Request</a:t>
                      </a:r>
                      <a:endParaRPr sz="9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  <a:extLst>
                      <a:ext uri="http://customooxmlschemas.google.com/">
                        <go:slidesCustomData xmlns:go="http://customooxmlschemas.google.com/" cellId="341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9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  <a:extLst>
                      <a:ext uri="http://customooxmlschemas.google.com/">
                        <go:slidesCustomData xmlns:go="http://customooxmlschemas.google.com/" cellId="341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50</a:t>
                      </a:r>
                      <a:endParaRPr sz="9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  <a:extLst>
                      <a:ext uri="http://customooxmlschemas.google.com/">
                        <go:slidesCustomData xmlns:go="http://customooxmlschemas.google.com/" cellId="341:1:2"/>
                      </a:ext>
                    </a:extLst>
                  </a:tcPr>
                </a:tc>
              </a:tr>
              <a:tr h="198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Operation Support / Standby</a:t>
                      </a:r>
                      <a:endParaRPr sz="9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  <a:extLst>
                      <a:ext uri="http://customooxmlschemas.google.com/">
                        <go:slidesCustomData xmlns:go="http://customooxmlschemas.google.com/" cellId="341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</a:t>
                      </a:r>
                      <a:endParaRPr sz="9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  <a:extLst>
                      <a:ext uri="http://customooxmlschemas.google.com/">
                        <go:slidesCustomData xmlns:go="http://customooxmlschemas.google.com/" cellId="341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48</a:t>
                      </a:r>
                      <a:endParaRPr sz="9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  <a:extLst>
                      <a:ext uri="http://customooxmlschemas.google.com/">
                        <go:slidesCustomData xmlns:go="http://customooxmlschemas.google.com/" cellId="341:2:2"/>
                      </a:ext>
                    </a:extLst>
                  </a:tcPr>
                </a:tc>
              </a:tr>
              <a:tr h="198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Meeting</a:t>
                      </a:r>
                      <a:endParaRPr sz="9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  <a:extLst>
                      <a:ext uri="http://customooxmlschemas.google.com/">
                        <go:slidesCustomData xmlns:go="http://customooxmlschemas.google.com/" cellId="341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</a:t>
                      </a:r>
                      <a:endParaRPr sz="9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  <a:extLst>
                      <a:ext uri="http://customooxmlschemas.google.com/">
                        <go:slidesCustomData xmlns:go="http://customooxmlschemas.google.com/" cellId="341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32</a:t>
                      </a:r>
                      <a:endParaRPr sz="9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  <a:extLst>
                      <a:ext uri="http://customooxmlschemas.google.com/">
                        <go:slidesCustomData xmlns:go="http://customooxmlschemas.google.com/" cellId="341:3:2"/>
                      </a:ext>
                    </a:extLst>
                  </a:tcPr>
                </a:tc>
              </a:tr>
              <a:tr h="198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Inquiry</a:t>
                      </a:r>
                      <a:endParaRPr sz="9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  <a:extLst>
                      <a:ext uri="http://customooxmlschemas.google.com/">
                        <go:slidesCustomData xmlns:go="http://customooxmlschemas.google.com/" cellId="341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</a:t>
                      </a:r>
                      <a:endParaRPr sz="9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  <a:extLst>
                      <a:ext uri="http://customooxmlschemas.google.com/">
                        <go:slidesCustomData xmlns:go="http://customooxmlschemas.google.com/" cellId="341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12</a:t>
                      </a:r>
                      <a:endParaRPr sz="9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  <a:extLst>
                      <a:ext uri="http://customooxmlschemas.google.com/">
                        <go:slidesCustomData xmlns:go="http://customooxmlschemas.google.com/" cellId="341:4:2"/>
                      </a:ext>
                    </a:extLst>
                  </a:tcPr>
                </a:tc>
              </a:tr>
              <a:tr h="198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Failure</a:t>
                      </a:r>
                      <a:endParaRPr sz="9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  <a:extLst>
                      <a:ext uri="http://customooxmlschemas.google.com/">
                        <go:slidesCustomData xmlns:go="http://customooxmlschemas.google.com/" cellId="341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</a:t>
                      </a:r>
                      <a:endParaRPr sz="9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  <a:extLst>
                      <a:ext uri="http://customooxmlschemas.google.com/">
                        <go:slidesCustomData xmlns:go="http://customooxmlschemas.google.com/" cellId="341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12</a:t>
                      </a:r>
                      <a:endParaRPr sz="9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  <a:extLst>
                      <a:ext uri="http://customooxmlschemas.google.com/">
                        <go:slidesCustomData xmlns:go="http://customooxmlschemas.google.com/" cellId="341:5:2"/>
                      </a:ext>
                    </a:extLst>
                  </a:tcPr>
                </a:tc>
              </a:tr>
              <a:tr h="198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System Monitoring</a:t>
                      </a:r>
                      <a:endParaRPr sz="9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  <a:extLst>
                      <a:ext uri="http://customooxmlschemas.google.com/">
                        <go:slidesCustomData xmlns:go="http://customooxmlschemas.google.com/" cellId="341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6</a:t>
                      </a:r>
                      <a:endParaRPr sz="9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  <a:extLst>
                      <a:ext uri="http://customooxmlschemas.google.com/">
                        <go:slidesCustomData xmlns:go="http://customooxmlschemas.google.com/" cellId="341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</a:t>
                      </a:r>
                      <a:endParaRPr sz="9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  <a:extLst>
                      <a:ext uri="http://customooxmlschemas.google.com/">
                        <go:slidesCustomData xmlns:go="http://customooxmlschemas.google.com/" cellId="341:6:2"/>
                      </a:ext>
                    </a:extLst>
                  </a:tcPr>
                </a:tc>
              </a:tr>
              <a:tr h="198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Leaves</a:t>
                      </a:r>
                      <a:endParaRPr sz="9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  <a:extLst>
                      <a:ext uri="http://customooxmlschemas.google.com/">
                        <go:slidesCustomData xmlns:go="http://customooxmlschemas.google.com/" cellId="341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7</a:t>
                      </a:r>
                      <a:endParaRPr sz="9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  <a:extLst>
                      <a:ext uri="http://customooxmlschemas.google.com/">
                        <go:slidesCustomData xmlns:go="http://customooxmlschemas.google.com/" cellId="341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9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  <a:extLst>
                      <a:ext uri="http://customooxmlschemas.google.com/">
                        <go:slidesCustomData xmlns:go="http://customooxmlschemas.google.com/" cellId="341:7:2"/>
                      </a:ext>
                    </a:extLst>
                  </a:tcPr>
                </a:tc>
              </a:tr>
              <a:tr h="198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Enhancement</a:t>
                      </a:r>
                      <a:endParaRPr sz="9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  <a:extLst>
                      <a:ext uri="http://customooxmlschemas.google.com/">
                        <go:slidesCustomData xmlns:go="http://customooxmlschemas.google.com/" cellId="341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8</a:t>
                      </a:r>
                      <a:endParaRPr sz="9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  <a:extLst>
                      <a:ext uri="http://customooxmlschemas.google.com/">
                        <go:slidesCustomData xmlns:go="http://customooxmlschemas.google.com/" cellId="341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9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  <a:extLst>
                      <a:ext uri="http://customooxmlschemas.google.com/">
                        <go:slidesCustomData xmlns:go="http://customooxmlschemas.google.com/" cellId="341:8:2"/>
                      </a:ext>
                    </a:extLst>
                  </a:tcPr>
                </a:tc>
              </a:tr>
              <a:tr h="198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Change Request</a:t>
                      </a:r>
                      <a:endParaRPr sz="9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  <a:extLst>
                      <a:ext uri="http://customooxmlschemas.google.com/">
                        <go:slidesCustomData xmlns:go="http://customooxmlschemas.google.com/" cellId="341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9</a:t>
                      </a:r>
                      <a:endParaRPr sz="9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  <a:extLst>
                      <a:ext uri="http://customooxmlschemas.google.com/">
                        <go:slidesCustomData xmlns:go="http://customooxmlschemas.google.com/" cellId="341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0</a:t>
                      </a:r>
                      <a:endParaRPr sz="9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19050" marB="19050" marR="28575" marL="2857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  <a:extLst>
                      <a:ext uri="http://customooxmlschemas.google.com/">
                        <go:slidesCustomData xmlns:go="http://customooxmlschemas.google.com/" cellId="341:9:2"/>
                      </a:ext>
                    </a:extLst>
                  </a:tcPr>
                </a:tc>
              </a:tr>
            </a:tbl>
          </a:graphicData>
        </a:graphic>
      </p:graphicFrame>
      <p:pic>
        <p:nvPicPr>
          <p:cNvPr id="342" name="Google Shape;342;p24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2925" y="1045575"/>
            <a:ext cx="5116089" cy="2863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5"/>
          <p:cNvSpPr txBox="1"/>
          <p:nvPr/>
        </p:nvSpPr>
        <p:spPr>
          <a:xfrm>
            <a:off x="1167490" y="488454"/>
            <a:ext cx="6590622" cy="316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54000" lvl="0" marL="254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F66"/>
              </a:buClr>
              <a:buSzPts val="2000"/>
              <a:buFont typeface="Noto Sans Symbols"/>
              <a:buChar char="■"/>
            </a:pPr>
            <a:r>
              <a:rPr b="0" i="0" lang="en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Thank you</a:t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Beam_Basic">
  <a:themeElements>
    <a:clrScheme name="ユーザー定義 9">
      <a:dk1>
        <a:srgbClr val="000000"/>
      </a:dk1>
      <a:lt1>
        <a:srgbClr val="FFFFFF"/>
      </a:lt1>
      <a:dk2>
        <a:srgbClr val="FFFFFF"/>
      </a:dk2>
      <a:lt2>
        <a:srgbClr val="000000"/>
      </a:lt2>
      <a:accent1>
        <a:srgbClr val="001964"/>
      </a:accent1>
      <a:accent2>
        <a:srgbClr val="7D6E59"/>
      </a:accent2>
      <a:accent3>
        <a:srgbClr val="F0EBE3"/>
      </a:accent3>
      <a:accent4>
        <a:srgbClr val="333333"/>
      </a:accent4>
      <a:accent5>
        <a:srgbClr val="C8BEAA"/>
      </a:accent5>
      <a:accent6>
        <a:srgbClr val="FFFFFF"/>
      </a:accent6>
      <a:hlink>
        <a:srgbClr val="001964"/>
      </a:hlink>
      <a:folHlink>
        <a:srgbClr val="00196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3. Blank Slide">
  <a:themeElements>
    <a:clrScheme name="Corporate Color">
      <a:dk1>
        <a:srgbClr val="000000"/>
      </a:dk1>
      <a:lt1>
        <a:srgbClr val="FFFFFF"/>
      </a:lt1>
      <a:dk2>
        <a:srgbClr val="003F66"/>
      </a:dk2>
      <a:lt2>
        <a:srgbClr val="5795BB"/>
      </a:lt2>
      <a:accent1>
        <a:srgbClr val="000000"/>
      </a:accent1>
      <a:accent2>
        <a:srgbClr val="003F66"/>
      </a:accent2>
      <a:accent3>
        <a:srgbClr val="5795BB"/>
      </a:accent3>
      <a:accent4>
        <a:srgbClr val="999999"/>
      </a:accent4>
      <a:accent5>
        <a:srgbClr val="666666"/>
      </a:accent5>
      <a:accent6>
        <a:srgbClr val="4C4C4C"/>
      </a:accent6>
      <a:hlink>
        <a:srgbClr val="0070C0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